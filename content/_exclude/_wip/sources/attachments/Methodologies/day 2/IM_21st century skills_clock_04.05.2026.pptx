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</p:sldMasterIdLst>
  <p:notesMasterIdLst>
    <p:notesMasterId r:id="rId40"/>
  </p:notesMasterIdLst>
  <p:sldIdLst>
    <p:sldId id="343" r:id="rId4"/>
    <p:sldId id="484" r:id="rId5"/>
    <p:sldId id="366" r:id="rId6"/>
    <p:sldId id="282" r:id="rId7"/>
    <p:sldId id="368" r:id="rId8"/>
    <p:sldId id="374" r:id="rId9"/>
    <p:sldId id="370" r:id="rId10"/>
    <p:sldId id="376" r:id="rId11"/>
    <p:sldId id="377" r:id="rId12"/>
    <p:sldId id="378" r:id="rId13"/>
    <p:sldId id="375" r:id="rId14"/>
    <p:sldId id="369" r:id="rId15"/>
    <p:sldId id="371" r:id="rId16"/>
    <p:sldId id="373" r:id="rId17"/>
    <p:sldId id="379" r:id="rId18"/>
    <p:sldId id="372" r:id="rId19"/>
    <p:sldId id="380" r:id="rId20"/>
    <p:sldId id="258" r:id="rId21"/>
    <p:sldId id="486" r:id="rId22"/>
    <p:sldId id="446" r:id="rId23"/>
    <p:sldId id="485" r:id="rId24"/>
    <p:sldId id="487" r:id="rId25"/>
    <p:sldId id="488" r:id="rId26"/>
    <p:sldId id="489" r:id="rId27"/>
    <p:sldId id="490" r:id="rId28"/>
    <p:sldId id="491" r:id="rId29"/>
    <p:sldId id="492" r:id="rId30"/>
    <p:sldId id="494" r:id="rId31"/>
    <p:sldId id="493" r:id="rId32"/>
    <p:sldId id="495" r:id="rId33"/>
    <p:sldId id="496" r:id="rId34"/>
    <p:sldId id="497" r:id="rId35"/>
    <p:sldId id="498" r:id="rId36"/>
    <p:sldId id="259" r:id="rId37"/>
    <p:sldId id="449" r:id="rId38"/>
    <p:sldId id="437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8F56C3-6A9B-4BC2-8597-252F555F317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A14C262-4EAA-4268-AF5F-FC550FE9BDC1}">
      <dgm:prSet/>
      <dgm:spPr/>
      <dgm:t>
        <a:bodyPr/>
        <a:lstStyle/>
        <a:p>
          <a:r>
            <a:rPr lang="en-GB"/>
            <a:t>Critical Thinking</a:t>
          </a:r>
          <a:endParaRPr lang="en-US"/>
        </a:p>
      </dgm:t>
    </dgm:pt>
    <dgm:pt modelId="{781C8F7C-B3E6-4754-8189-93214966AFCA}" type="parTrans" cxnId="{D13385AD-109C-4200-BDA3-2A563BC6DE8C}">
      <dgm:prSet/>
      <dgm:spPr/>
      <dgm:t>
        <a:bodyPr/>
        <a:lstStyle/>
        <a:p>
          <a:endParaRPr lang="en-US"/>
        </a:p>
      </dgm:t>
    </dgm:pt>
    <dgm:pt modelId="{ED15424E-A950-4EA2-9D71-55DC6485C03C}" type="sibTrans" cxnId="{D13385AD-109C-4200-BDA3-2A563BC6DE8C}">
      <dgm:prSet/>
      <dgm:spPr/>
      <dgm:t>
        <a:bodyPr/>
        <a:lstStyle/>
        <a:p>
          <a:endParaRPr lang="en-US"/>
        </a:p>
      </dgm:t>
    </dgm:pt>
    <dgm:pt modelId="{F58D0591-5AF5-42DB-BDC3-D8F6919BDC7A}">
      <dgm:prSet/>
      <dgm:spPr/>
      <dgm:t>
        <a:bodyPr/>
        <a:lstStyle/>
        <a:p>
          <a:r>
            <a:rPr lang="en-GB"/>
            <a:t>Collaboration</a:t>
          </a:r>
          <a:endParaRPr lang="en-US"/>
        </a:p>
      </dgm:t>
    </dgm:pt>
    <dgm:pt modelId="{249CE8E2-BACE-4ACC-9F25-F9AF90C498E4}" type="parTrans" cxnId="{11741BF2-CD54-413E-A2C5-F5AEE13B334D}">
      <dgm:prSet/>
      <dgm:spPr/>
      <dgm:t>
        <a:bodyPr/>
        <a:lstStyle/>
        <a:p>
          <a:endParaRPr lang="en-US"/>
        </a:p>
      </dgm:t>
    </dgm:pt>
    <dgm:pt modelId="{6BE4A2D3-D85F-4B28-944A-D024EE19E440}" type="sibTrans" cxnId="{11741BF2-CD54-413E-A2C5-F5AEE13B334D}">
      <dgm:prSet/>
      <dgm:spPr/>
      <dgm:t>
        <a:bodyPr/>
        <a:lstStyle/>
        <a:p>
          <a:endParaRPr lang="en-US"/>
        </a:p>
      </dgm:t>
    </dgm:pt>
    <dgm:pt modelId="{8E4868A9-F034-4595-B05D-BC38FF9D32EF}">
      <dgm:prSet/>
      <dgm:spPr/>
      <dgm:t>
        <a:bodyPr/>
        <a:lstStyle/>
        <a:p>
          <a:r>
            <a:rPr lang="en-GB"/>
            <a:t>Creativity</a:t>
          </a:r>
          <a:endParaRPr lang="en-US"/>
        </a:p>
      </dgm:t>
    </dgm:pt>
    <dgm:pt modelId="{51DE8241-02B9-4672-8CE1-896C0C34436A}" type="parTrans" cxnId="{572EB9AA-DE07-451D-A2F1-438654092A70}">
      <dgm:prSet/>
      <dgm:spPr/>
      <dgm:t>
        <a:bodyPr/>
        <a:lstStyle/>
        <a:p>
          <a:endParaRPr lang="en-US"/>
        </a:p>
      </dgm:t>
    </dgm:pt>
    <dgm:pt modelId="{C80EC345-7AD9-4C3E-8A6F-8D19161A36B2}" type="sibTrans" cxnId="{572EB9AA-DE07-451D-A2F1-438654092A70}">
      <dgm:prSet/>
      <dgm:spPr/>
      <dgm:t>
        <a:bodyPr/>
        <a:lstStyle/>
        <a:p>
          <a:endParaRPr lang="en-US"/>
        </a:p>
      </dgm:t>
    </dgm:pt>
    <dgm:pt modelId="{A085A00D-2F82-4848-BD98-F1579B60A207}">
      <dgm:prSet/>
      <dgm:spPr/>
      <dgm:t>
        <a:bodyPr/>
        <a:lstStyle/>
        <a:p>
          <a:r>
            <a:rPr lang="en-GB"/>
            <a:t>Communication</a:t>
          </a:r>
          <a:endParaRPr lang="en-US"/>
        </a:p>
      </dgm:t>
    </dgm:pt>
    <dgm:pt modelId="{A841B9ED-3327-4732-8B80-7C160BA3D9A2}" type="parTrans" cxnId="{33212CC1-4867-42F1-B059-85EE4FF1583A}">
      <dgm:prSet/>
      <dgm:spPr/>
      <dgm:t>
        <a:bodyPr/>
        <a:lstStyle/>
        <a:p>
          <a:endParaRPr lang="en-US"/>
        </a:p>
      </dgm:t>
    </dgm:pt>
    <dgm:pt modelId="{EC47D99D-0DF6-41C6-B341-057E76F286A5}" type="sibTrans" cxnId="{33212CC1-4867-42F1-B059-85EE4FF1583A}">
      <dgm:prSet/>
      <dgm:spPr/>
      <dgm:t>
        <a:bodyPr/>
        <a:lstStyle/>
        <a:p>
          <a:endParaRPr lang="en-US"/>
        </a:p>
      </dgm:t>
    </dgm:pt>
    <dgm:pt modelId="{7FFCE0DF-BC2B-4816-A67C-3ED46F461355}" type="pres">
      <dgm:prSet presAssocID="{C38F56C3-6A9B-4BC2-8597-252F555F3171}" presName="root" presStyleCnt="0">
        <dgm:presLayoutVars>
          <dgm:dir/>
          <dgm:resizeHandles val="exact"/>
        </dgm:presLayoutVars>
      </dgm:prSet>
      <dgm:spPr/>
    </dgm:pt>
    <dgm:pt modelId="{5796B460-048F-4061-A086-C5B64126DAA3}" type="pres">
      <dgm:prSet presAssocID="{C38F56C3-6A9B-4BC2-8597-252F555F3171}" presName="container" presStyleCnt="0">
        <dgm:presLayoutVars>
          <dgm:dir/>
          <dgm:resizeHandles val="exact"/>
        </dgm:presLayoutVars>
      </dgm:prSet>
      <dgm:spPr/>
    </dgm:pt>
    <dgm:pt modelId="{181D76E4-39B5-46E5-BA01-E7C2A667B384}" type="pres">
      <dgm:prSet presAssocID="{9A14C262-4EAA-4268-AF5F-FC550FE9BDC1}" presName="compNode" presStyleCnt="0"/>
      <dgm:spPr/>
    </dgm:pt>
    <dgm:pt modelId="{7F377EE8-173E-44CE-A8A2-1ED9D1FCCC90}" type="pres">
      <dgm:prSet presAssocID="{9A14C262-4EAA-4268-AF5F-FC550FE9BDC1}" presName="iconBgRect" presStyleLbl="bgShp" presStyleIdx="0" presStyleCnt="4"/>
      <dgm:spPr/>
    </dgm:pt>
    <dgm:pt modelId="{270140E4-1175-4C7C-B9EF-CE7712675643}" type="pres">
      <dgm:prSet presAssocID="{9A14C262-4EAA-4268-AF5F-FC550FE9BDC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E4EF6F2-7BE6-4F1D-B1F0-9E47A68B08F7}" type="pres">
      <dgm:prSet presAssocID="{9A14C262-4EAA-4268-AF5F-FC550FE9BDC1}" presName="spaceRect" presStyleCnt="0"/>
      <dgm:spPr/>
    </dgm:pt>
    <dgm:pt modelId="{CA2D8331-A847-431C-B660-521B1F1512C5}" type="pres">
      <dgm:prSet presAssocID="{9A14C262-4EAA-4268-AF5F-FC550FE9BDC1}" presName="textRect" presStyleLbl="revTx" presStyleIdx="0" presStyleCnt="4">
        <dgm:presLayoutVars>
          <dgm:chMax val="1"/>
          <dgm:chPref val="1"/>
        </dgm:presLayoutVars>
      </dgm:prSet>
      <dgm:spPr/>
    </dgm:pt>
    <dgm:pt modelId="{89B7DB7C-AFEF-49B9-81E9-BAF23EBE5129}" type="pres">
      <dgm:prSet presAssocID="{ED15424E-A950-4EA2-9D71-55DC6485C03C}" presName="sibTrans" presStyleLbl="sibTrans2D1" presStyleIdx="0" presStyleCnt="0"/>
      <dgm:spPr/>
    </dgm:pt>
    <dgm:pt modelId="{F490938C-E2E9-4AC9-900D-E247A72A5169}" type="pres">
      <dgm:prSet presAssocID="{F58D0591-5AF5-42DB-BDC3-D8F6919BDC7A}" presName="compNode" presStyleCnt="0"/>
      <dgm:spPr/>
    </dgm:pt>
    <dgm:pt modelId="{04871B24-0025-429D-9DEE-A076CD3D3EBF}" type="pres">
      <dgm:prSet presAssocID="{F58D0591-5AF5-42DB-BDC3-D8F6919BDC7A}" presName="iconBgRect" presStyleLbl="bgShp" presStyleIdx="1" presStyleCnt="4"/>
      <dgm:spPr/>
    </dgm:pt>
    <dgm:pt modelId="{54814C54-1C52-4D90-8E82-7EE5F4B772AA}" type="pres">
      <dgm:prSet presAssocID="{F58D0591-5AF5-42DB-BDC3-D8F6919BDC7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90BF055-5253-4CDB-9B77-FA3FB66E461A}" type="pres">
      <dgm:prSet presAssocID="{F58D0591-5AF5-42DB-BDC3-D8F6919BDC7A}" presName="spaceRect" presStyleCnt="0"/>
      <dgm:spPr/>
    </dgm:pt>
    <dgm:pt modelId="{6B76FF75-4AD8-46FA-A63A-9B18B01CEE20}" type="pres">
      <dgm:prSet presAssocID="{F58D0591-5AF5-42DB-BDC3-D8F6919BDC7A}" presName="textRect" presStyleLbl="revTx" presStyleIdx="1" presStyleCnt="4">
        <dgm:presLayoutVars>
          <dgm:chMax val="1"/>
          <dgm:chPref val="1"/>
        </dgm:presLayoutVars>
      </dgm:prSet>
      <dgm:spPr/>
    </dgm:pt>
    <dgm:pt modelId="{2724A95E-D477-4ADA-BF33-730872FC831A}" type="pres">
      <dgm:prSet presAssocID="{6BE4A2D3-D85F-4B28-944A-D024EE19E440}" presName="sibTrans" presStyleLbl="sibTrans2D1" presStyleIdx="0" presStyleCnt="0"/>
      <dgm:spPr/>
    </dgm:pt>
    <dgm:pt modelId="{BC8139E1-CA5A-4351-88A3-1D4C10684EE0}" type="pres">
      <dgm:prSet presAssocID="{8E4868A9-F034-4595-B05D-BC38FF9D32EF}" presName="compNode" presStyleCnt="0"/>
      <dgm:spPr/>
    </dgm:pt>
    <dgm:pt modelId="{0FF11644-F4F7-4864-BD3D-AC6643F0A03C}" type="pres">
      <dgm:prSet presAssocID="{8E4868A9-F034-4595-B05D-BC38FF9D32EF}" presName="iconBgRect" presStyleLbl="bgShp" presStyleIdx="2" presStyleCnt="4"/>
      <dgm:spPr/>
    </dgm:pt>
    <dgm:pt modelId="{AE7E8296-9D25-4CB4-9BAD-41CD80B2DA9A}" type="pres">
      <dgm:prSet presAssocID="{8E4868A9-F034-4595-B05D-BC38FF9D32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356B0A99-AA92-48ED-8720-D5EBA442ABEE}" type="pres">
      <dgm:prSet presAssocID="{8E4868A9-F034-4595-B05D-BC38FF9D32EF}" presName="spaceRect" presStyleCnt="0"/>
      <dgm:spPr/>
    </dgm:pt>
    <dgm:pt modelId="{4D1C7A99-9004-4F98-9749-92692F591494}" type="pres">
      <dgm:prSet presAssocID="{8E4868A9-F034-4595-B05D-BC38FF9D32EF}" presName="textRect" presStyleLbl="revTx" presStyleIdx="2" presStyleCnt="4">
        <dgm:presLayoutVars>
          <dgm:chMax val="1"/>
          <dgm:chPref val="1"/>
        </dgm:presLayoutVars>
      </dgm:prSet>
      <dgm:spPr/>
    </dgm:pt>
    <dgm:pt modelId="{569B6B9D-B561-454A-8ECF-195F5DC92DC8}" type="pres">
      <dgm:prSet presAssocID="{C80EC345-7AD9-4C3E-8A6F-8D19161A36B2}" presName="sibTrans" presStyleLbl="sibTrans2D1" presStyleIdx="0" presStyleCnt="0"/>
      <dgm:spPr/>
    </dgm:pt>
    <dgm:pt modelId="{F6929F04-B4E5-4393-B249-AC63147457E1}" type="pres">
      <dgm:prSet presAssocID="{A085A00D-2F82-4848-BD98-F1579B60A207}" presName="compNode" presStyleCnt="0"/>
      <dgm:spPr/>
    </dgm:pt>
    <dgm:pt modelId="{67FF8E44-3B40-4830-882E-EB125550A593}" type="pres">
      <dgm:prSet presAssocID="{A085A00D-2F82-4848-BD98-F1579B60A207}" presName="iconBgRect" presStyleLbl="bgShp" presStyleIdx="3" presStyleCnt="4"/>
      <dgm:spPr/>
    </dgm:pt>
    <dgm:pt modelId="{353F76B2-A2EC-4A64-BBBD-9CCDEC539140}" type="pres">
      <dgm:prSet presAssocID="{A085A00D-2F82-4848-BD98-F1579B60A20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phone"/>
        </a:ext>
      </dgm:extLst>
    </dgm:pt>
    <dgm:pt modelId="{1BE90501-2F39-4E23-8C16-4259D6BE72D9}" type="pres">
      <dgm:prSet presAssocID="{A085A00D-2F82-4848-BD98-F1579B60A207}" presName="spaceRect" presStyleCnt="0"/>
      <dgm:spPr/>
    </dgm:pt>
    <dgm:pt modelId="{A90ACF31-7C3E-479F-B439-8466ADE41B9B}" type="pres">
      <dgm:prSet presAssocID="{A085A00D-2F82-4848-BD98-F1579B60A2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D738201-352B-4AAC-B050-FD81EDAEAE96}" type="presOf" srcId="{A085A00D-2F82-4848-BD98-F1579B60A207}" destId="{A90ACF31-7C3E-479F-B439-8466ADE41B9B}" srcOrd="0" destOrd="0" presId="urn:microsoft.com/office/officeart/2018/2/layout/IconCircleList"/>
    <dgm:cxn modelId="{01955B0A-0E61-4CEA-B546-DAF2755CB0A5}" type="presOf" srcId="{6BE4A2D3-D85F-4B28-944A-D024EE19E440}" destId="{2724A95E-D477-4ADA-BF33-730872FC831A}" srcOrd="0" destOrd="0" presId="urn:microsoft.com/office/officeart/2018/2/layout/IconCircleList"/>
    <dgm:cxn modelId="{07BE9076-478C-44D1-A718-911E7E959C2A}" type="presOf" srcId="{C80EC345-7AD9-4C3E-8A6F-8D19161A36B2}" destId="{569B6B9D-B561-454A-8ECF-195F5DC92DC8}" srcOrd="0" destOrd="0" presId="urn:microsoft.com/office/officeart/2018/2/layout/IconCircleList"/>
    <dgm:cxn modelId="{70E31878-9ADF-43D7-B52F-593E42CBDBB6}" type="presOf" srcId="{ED15424E-A950-4EA2-9D71-55DC6485C03C}" destId="{89B7DB7C-AFEF-49B9-81E9-BAF23EBE5129}" srcOrd="0" destOrd="0" presId="urn:microsoft.com/office/officeart/2018/2/layout/IconCircleList"/>
    <dgm:cxn modelId="{8731CD7B-A716-471B-A64D-6F6E89C4ABF1}" type="presOf" srcId="{F58D0591-5AF5-42DB-BDC3-D8F6919BDC7A}" destId="{6B76FF75-4AD8-46FA-A63A-9B18B01CEE20}" srcOrd="0" destOrd="0" presId="urn:microsoft.com/office/officeart/2018/2/layout/IconCircleList"/>
    <dgm:cxn modelId="{64529994-4DA2-4A1A-B911-9ED924F4C85C}" type="presOf" srcId="{8E4868A9-F034-4595-B05D-BC38FF9D32EF}" destId="{4D1C7A99-9004-4F98-9749-92692F591494}" srcOrd="0" destOrd="0" presId="urn:microsoft.com/office/officeart/2018/2/layout/IconCircleList"/>
    <dgm:cxn modelId="{D8FDAD9A-C779-47DE-8F13-EBC98E3EC0ED}" type="presOf" srcId="{C38F56C3-6A9B-4BC2-8597-252F555F3171}" destId="{7FFCE0DF-BC2B-4816-A67C-3ED46F461355}" srcOrd="0" destOrd="0" presId="urn:microsoft.com/office/officeart/2018/2/layout/IconCircleList"/>
    <dgm:cxn modelId="{572EB9AA-DE07-451D-A2F1-438654092A70}" srcId="{C38F56C3-6A9B-4BC2-8597-252F555F3171}" destId="{8E4868A9-F034-4595-B05D-BC38FF9D32EF}" srcOrd="2" destOrd="0" parTransId="{51DE8241-02B9-4672-8CE1-896C0C34436A}" sibTransId="{C80EC345-7AD9-4C3E-8A6F-8D19161A36B2}"/>
    <dgm:cxn modelId="{D13385AD-109C-4200-BDA3-2A563BC6DE8C}" srcId="{C38F56C3-6A9B-4BC2-8597-252F555F3171}" destId="{9A14C262-4EAA-4268-AF5F-FC550FE9BDC1}" srcOrd="0" destOrd="0" parTransId="{781C8F7C-B3E6-4754-8189-93214966AFCA}" sibTransId="{ED15424E-A950-4EA2-9D71-55DC6485C03C}"/>
    <dgm:cxn modelId="{33212CC1-4867-42F1-B059-85EE4FF1583A}" srcId="{C38F56C3-6A9B-4BC2-8597-252F555F3171}" destId="{A085A00D-2F82-4848-BD98-F1579B60A207}" srcOrd="3" destOrd="0" parTransId="{A841B9ED-3327-4732-8B80-7C160BA3D9A2}" sibTransId="{EC47D99D-0DF6-41C6-B341-057E76F286A5}"/>
    <dgm:cxn modelId="{6CEE5AE6-3DBD-4281-9081-C5D138F5EF3F}" type="presOf" srcId="{9A14C262-4EAA-4268-AF5F-FC550FE9BDC1}" destId="{CA2D8331-A847-431C-B660-521B1F1512C5}" srcOrd="0" destOrd="0" presId="urn:microsoft.com/office/officeart/2018/2/layout/IconCircleList"/>
    <dgm:cxn modelId="{11741BF2-CD54-413E-A2C5-F5AEE13B334D}" srcId="{C38F56C3-6A9B-4BC2-8597-252F555F3171}" destId="{F58D0591-5AF5-42DB-BDC3-D8F6919BDC7A}" srcOrd="1" destOrd="0" parTransId="{249CE8E2-BACE-4ACC-9F25-F9AF90C498E4}" sibTransId="{6BE4A2D3-D85F-4B28-944A-D024EE19E440}"/>
    <dgm:cxn modelId="{499B6A58-4CBE-499C-BD4E-AE85718F1572}" type="presParOf" srcId="{7FFCE0DF-BC2B-4816-A67C-3ED46F461355}" destId="{5796B460-048F-4061-A086-C5B64126DAA3}" srcOrd="0" destOrd="0" presId="urn:microsoft.com/office/officeart/2018/2/layout/IconCircleList"/>
    <dgm:cxn modelId="{97E8393A-8F21-4602-B86B-8F602D044ADB}" type="presParOf" srcId="{5796B460-048F-4061-A086-C5B64126DAA3}" destId="{181D76E4-39B5-46E5-BA01-E7C2A667B384}" srcOrd="0" destOrd="0" presId="urn:microsoft.com/office/officeart/2018/2/layout/IconCircleList"/>
    <dgm:cxn modelId="{4587696A-44F0-4E2E-8FB0-06EF5E2621C0}" type="presParOf" srcId="{181D76E4-39B5-46E5-BA01-E7C2A667B384}" destId="{7F377EE8-173E-44CE-A8A2-1ED9D1FCCC90}" srcOrd="0" destOrd="0" presId="urn:microsoft.com/office/officeart/2018/2/layout/IconCircleList"/>
    <dgm:cxn modelId="{3C1F16F9-2703-475E-AD04-6FA9B217E4E9}" type="presParOf" srcId="{181D76E4-39B5-46E5-BA01-E7C2A667B384}" destId="{270140E4-1175-4C7C-B9EF-CE7712675643}" srcOrd="1" destOrd="0" presId="urn:microsoft.com/office/officeart/2018/2/layout/IconCircleList"/>
    <dgm:cxn modelId="{BF8860B9-5139-49EB-8F1B-2DA7848615DD}" type="presParOf" srcId="{181D76E4-39B5-46E5-BA01-E7C2A667B384}" destId="{EE4EF6F2-7BE6-4F1D-B1F0-9E47A68B08F7}" srcOrd="2" destOrd="0" presId="urn:microsoft.com/office/officeart/2018/2/layout/IconCircleList"/>
    <dgm:cxn modelId="{EF9618D7-19FE-4225-A299-2C97BE824DF7}" type="presParOf" srcId="{181D76E4-39B5-46E5-BA01-E7C2A667B384}" destId="{CA2D8331-A847-431C-B660-521B1F1512C5}" srcOrd="3" destOrd="0" presId="urn:microsoft.com/office/officeart/2018/2/layout/IconCircleList"/>
    <dgm:cxn modelId="{1B9A221D-72DB-4725-A1CD-245C14532E50}" type="presParOf" srcId="{5796B460-048F-4061-A086-C5B64126DAA3}" destId="{89B7DB7C-AFEF-49B9-81E9-BAF23EBE5129}" srcOrd="1" destOrd="0" presId="urn:microsoft.com/office/officeart/2018/2/layout/IconCircleList"/>
    <dgm:cxn modelId="{8A686F85-8B82-42D8-AB26-86B45D92EDBB}" type="presParOf" srcId="{5796B460-048F-4061-A086-C5B64126DAA3}" destId="{F490938C-E2E9-4AC9-900D-E247A72A5169}" srcOrd="2" destOrd="0" presId="urn:microsoft.com/office/officeart/2018/2/layout/IconCircleList"/>
    <dgm:cxn modelId="{A79B3DDD-3BE4-4506-9290-F12086E3CAD8}" type="presParOf" srcId="{F490938C-E2E9-4AC9-900D-E247A72A5169}" destId="{04871B24-0025-429D-9DEE-A076CD3D3EBF}" srcOrd="0" destOrd="0" presId="urn:microsoft.com/office/officeart/2018/2/layout/IconCircleList"/>
    <dgm:cxn modelId="{99FF206C-8576-408E-9234-9E17E0EB220B}" type="presParOf" srcId="{F490938C-E2E9-4AC9-900D-E247A72A5169}" destId="{54814C54-1C52-4D90-8E82-7EE5F4B772AA}" srcOrd="1" destOrd="0" presId="urn:microsoft.com/office/officeart/2018/2/layout/IconCircleList"/>
    <dgm:cxn modelId="{05177181-BDF5-463D-96EB-7A97658EF6D8}" type="presParOf" srcId="{F490938C-E2E9-4AC9-900D-E247A72A5169}" destId="{690BF055-5253-4CDB-9B77-FA3FB66E461A}" srcOrd="2" destOrd="0" presId="urn:microsoft.com/office/officeart/2018/2/layout/IconCircleList"/>
    <dgm:cxn modelId="{E0BEB6A4-3671-4A6C-AFBA-BCD6129E1F6B}" type="presParOf" srcId="{F490938C-E2E9-4AC9-900D-E247A72A5169}" destId="{6B76FF75-4AD8-46FA-A63A-9B18B01CEE20}" srcOrd="3" destOrd="0" presId="urn:microsoft.com/office/officeart/2018/2/layout/IconCircleList"/>
    <dgm:cxn modelId="{3D1B9454-64C5-46D0-A1B6-8E0F5E9E952F}" type="presParOf" srcId="{5796B460-048F-4061-A086-C5B64126DAA3}" destId="{2724A95E-D477-4ADA-BF33-730872FC831A}" srcOrd="3" destOrd="0" presId="urn:microsoft.com/office/officeart/2018/2/layout/IconCircleList"/>
    <dgm:cxn modelId="{D78624D9-994F-44D9-9313-7CD4F6DD31B5}" type="presParOf" srcId="{5796B460-048F-4061-A086-C5B64126DAA3}" destId="{BC8139E1-CA5A-4351-88A3-1D4C10684EE0}" srcOrd="4" destOrd="0" presId="urn:microsoft.com/office/officeart/2018/2/layout/IconCircleList"/>
    <dgm:cxn modelId="{F53A3882-3C32-4A8F-9DB7-205FF02A14E5}" type="presParOf" srcId="{BC8139E1-CA5A-4351-88A3-1D4C10684EE0}" destId="{0FF11644-F4F7-4864-BD3D-AC6643F0A03C}" srcOrd="0" destOrd="0" presId="urn:microsoft.com/office/officeart/2018/2/layout/IconCircleList"/>
    <dgm:cxn modelId="{2396AA61-B5BF-4DCC-BC1D-27D953A1DBAB}" type="presParOf" srcId="{BC8139E1-CA5A-4351-88A3-1D4C10684EE0}" destId="{AE7E8296-9D25-4CB4-9BAD-41CD80B2DA9A}" srcOrd="1" destOrd="0" presId="urn:microsoft.com/office/officeart/2018/2/layout/IconCircleList"/>
    <dgm:cxn modelId="{164271D1-0087-420B-9BDE-ABA04A558AB9}" type="presParOf" srcId="{BC8139E1-CA5A-4351-88A3-1D4C10684EE0}" destId="{356B0A99-AA92-48ED-8720-D5EBA442ABEE}" srcOrd="2" destOrd="0" presId="urn:microsoft.com/office/officeart/2018/2/layout/IconCircleList"/>
    <dgm:cxn modelId="{3593CF19-2D45-4A9A-AEC7-41B3C8F55D4F}" type="presParOf" srcId="{BC8139E1-CA5A-4351-88A3-1D4C10684EE0}" destId="{4D1C7A99-9004-4F98-9749-92692F591494}" srcOrd="3" destOrd="0" presId="urn:microsoft.com/office/officeart/2018/2/layout/IconCircleList"/>
    <dgm:cxn modelId="{B3F11CD8-61E4-4982-9CD6-EA2E34F4B368}" type="presParOf" srcId="{5796B460-048F-4061-A086-C5B64126DAA3}" destId="{569B6B9D-B561-454A-8ECF-195F5DC92DC8}" srcOrd="5" destOrd="0" presId="urn:microsoft.com/office/officeart/2018/2/layout/IconCircleList"/>
    <dgm:cxn modelId="{E326B63B-4CDB-4118-A264-51C2671C0159}" type="presParOf" srcId="{5796B460-048F-4061-A086-C5B64126DAA3}" destId="{F6929F04-B4E5-4393-B249-AC63147457E1}" srcOrd="6" destOrd="0" presId="urn:microsoft.com/office/officeart/2018/2/layout/IconCircleList"/>
    <dgm:cxn modelId="{52754CC8-BBEF-4AD0-8535-011475AEF521}" type="presParOf" srcId="{F6929F04-B4E5-4393-B249-AC63147457E1}" destId="{67FF8E44-3B40-4830-882E-EB125550A593}" srcOrd="0" destOrd="0" presId="urn:microsoft.com/office/officeart/2018/2/layout/IconCircleList"/>
    <dgm:cxn modelId="{69A56C2F-A20C-4FDC-8639-DB566C548FC1}" type="presParOf" srcId="{F6929F04-B4E5-4393-B249-AC63147457E1}" destId="{353F76B2-A2EC-4A64-BBBD-9CCDEC539140}" srcOrd="1" destOrd="0" presId="urn:microsoft.com/office/officeart/2018/2/layout/IconCircleList"/>
    <dgm:cxn modelId="{C0E5175D-542D-4DD3-9D35-7DC5C8FDA4EC}" type="presParOf" srcId="{F6929F04-B4E5-4393-B249-AC63147457E1}" destId="{1BE90501-2F39-4E23-8C16-4259D6BE72D9}" srcOrd="2" destOrd="0" presId="urn:microsoft.com/office/officeart/2018/2/layout/IconCircleList"/>
    <dgm:cxn modelId="{556F909C-93A5-48A8-8839-A5283E2F6BBB}" type="presParOf" srcId="{F6929F04-B4E5-4393-B249-AC63147457E1}" destId="{A90ACF31-7C3E-479F-B439-8466ADE41B9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8F56C3-6A9B-4BC2-8597-252F555F31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9A14C262-4EAA-4268-AF5F-FC550FE9BDC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Critical Thinking</a:t>
          </a:r>
          <a:endParaRPr lang="en-US"/>
        </a:p>
      </dgm:t>
    </dgm:pt>
    <dgm:pt modelId="{781C8F7C-B3E6-4754-8189-93214966AFCA}" type="parTrans" cxnId="{D13385AD-109C-4200-BDA3-2A563BC6DE8C}">
      <dgm:prSet/>
      <dgm:spPr/>
      <dgm:t>
        <a:bodyPr/>
        <a:lstStyle/>
        <a:p>
          <a:endParaRPr lang="en-US"/>
        </a:p>
      </dgm:t>
    </dgm:pt>
    <dgm:pt modelId="{ED15424E-A950-4EA2-9D71-55DC6485C03C}" type="sibTrans" cxnId="{D13385AD-109C-4200-BDA3-2A563BC6DE8C}">
      <dgm:prSet/>
      <dgm:spPr/>
      <dgm:t>
        <a:bodyPr/>
        <a:lstStyle/>
        <a:p>
          <a:endParaRPr lang="en-US"/>
        </a:p>
      </dgm:t>
    </dgm:pt>
    <dgm:pt modelId="{F58D0591-5AF5-42DB-BDC3-D8F6919BDC7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Collaboration</a:t>
          </a:r>
          <a:endParaRPr lang="en-US"/>
        </a:p>
      </dgm:t>
    </dgm:pt>
    <dgm:pt modelId="{249CE8E2-BACE-4ACC-9F25-F9AF90C498E4}" type="parTrans" cxnId="{11741BF2-CD54-413E-A2C5-F5AEE13B334D}">
      <dgm:prSet/>
      <dgm:spPr/>
      <dgm:t>
        <a:bodyPr/>
        <a:lstStyle/>
        <a:p>
          <a:endParaRPr lang="en-US"/>
        </a:p>
      </dgm:t>
    </dgm:pt>
    <dgm:pt modelId="{6BE4A2D3-D85F-4B28-944A-D024EE19E440}" type="sibTrans" cxnId="{11741BF2-CD54-413E-A2C5-F5AEE13B334D}">
      <dgm:prSet/>
      <dgm:spPr/>
      <dgm:t>
        <a:bodyPr/>
        <a:lstStyle/>
        <a:p>
          <a:endParaRPr lang="en-US"/>
        </a:p>
      </dgm:t>
    </dgm:pt>
    <dgm:pt modelId="{8E4868A9-F034-4595-B05D-BC38FF9D32E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Creativity</a:t>
          </a:r>
          <a:endParaRPr lang="en-US"/>
        </a:p>
      </dgm:t>
    </dgm:pt>
    <dgm:pt modelId="{51DE8241-02B9-4672-8CE1-896C0C34436A}" type="parTrans" cxnId="{572EB9AA-DE07-451D-A2F1-438654092A70}">
      <dgm:prSet/>
      <dgm:spPr/>
      <dgm:t>
        <a:bodyPr/>
        <a:lstStyle/>
        <a:p>
          <a:endParaRPr lang="en-US"/>
        </a:p>
      </dgm:t>
    </dgm:pt>
    <dgm:pt modelId="{C80EC345-7AD9-4C3E-8A6F-8D19161A36B2}" type="sibTrans" cxnId="{572EB9AA-DE07-451D-A2F1-438654092A70}">
      <dgm:prSet/>
      <dgm:spPr/>
      <dgm:t>
        <a:bodyPr/>
        <a:lstStyle/>
        <a:p>
          <a:endParaRPr lang="en-US"/>
        </a:p>
      </dgm:t>
    </dgm:pt>
    <dgm:pt modelId="{A085A00D-2F82-4848-BD98-F1579B60A2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Communication</a:t>
          </a:r>
          <a:endParaRPr lang="en-US"/>
        </a:p>
      </dgm:t>
    </dgm:pt>
    <dgm:pt modelId="{A841B9ED-3327-4732-8B80-7C160BA3D9A2}" type="parTrans" cxnId="{33212CC1-4867-42F1-B059-85EE4FF1583A}">
      <dgm:prSet/>
      <dgm:spPr/>
      <dgm:t>
        <a:bodyPr/>
        <a:lstStyle/>
        <a:p>
          <a:endParaRPr lang="en-US"/>
        </a:p>
      </dgm:t>
    </dgm:pt>
    <dgm:pt modelId="{EC47D99D-0DF6-41C6-B341-057E76F286A5}" type="sibTrans" cxnId="{33212CC1-4867-42F1-B059-85EE4FF1583A}">
      <dgm:prSet/>
      <dgm:spPr/>
      <dgm:t>
        <a:bodyPr/>
        <a:lstStyle/>
        <a:p>
          <a:endParaRPr lang="en-US"/>
        </a:p>
      </dgm:t>
    </dgm:pt>
    <dgm:pt modelId="{9DC88CAF-F8E1-4050-852D-BD4DBB79CBD6}" type="pres">
      <dgm:prSet presAssocID="{C38F56C3-6A9B-4BC2-8597-252F555F3171}" presName="root" presStyleCnt="0">
        <dgm:presLayoutVars>
          <dgm:dir/>
          <dgm:resizeHandles val="exact"/>
        </dgm:presLayoutVars>
      </dgm:prSet>
      <dgm:spPr/>
    </dgm:pt>
    <dgm:pt modelId="{7CE1D6ED-B332-4E83-9E6B-2525E94216F1}" type="pres">
      <dgm:prSet presAssocID="{9A14C262-4EAA-4268-AF5F-FC550FE9BDC1}" presName="compNode" presStyleCnt="0"/>
      <dgm:spPr/>
    </dgm:pt>
    <dgm:pt modelId="{201774D6-F9B7-4EE5-94B9-B36F1742E4CA}" type="pres">
      <dgm:prSet presAssocID="{9A14C262-4EAA-4268-AF5F-FC550FE9BDC1}" presName="bgRect" presStyleLbl="bgShp" presStyleIdx="0" presStyleCnt="4"/>
      <dgm:spPr/>
    </dgm:pt>
    <dgm:pt modelId="{6EF25669-E28D-46FB-AEE8-A4595551043B}" type="pres">
      <dgm:prSet presAssocID="{9A14C262-4EAA-4268-AF5F-FC550FE9BDC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2E53517-593E-450C-A11C-A8A265C811BC}" type="pres">
      <dgm:prSet presAssocID="{9A14C262-4EAA-4268-AF5F-FC550FE9BDC1}" presName="spaceRect" presStyleCnt="0"/>
      <dgm:spPr/>
    </dgm:pt>
    <dgm:pt modelId="{1FFCC68B-1CB4-4032-B713-185DE435071B}" type="pres">
      <dgm:prSet presAssocID="{9A14C262-4EAA-4268-AF5F-FC550FE9BDC1}" presName="parTx" presStyleLbl="revTx" presStyleIdx="0" presStyleCnt="4">
        <dgm:presLayoutVars>
          <dgm:chMax val="0"/>
          <dgm:chPref val="0"/>
        </dgm:presLayoutVars>
      </dgm:prSet>
      <dgm:spPr/>
    </dgm:pt>
    <dgm:pt modelId="{F5080A1D-6D09-4404-898A-FCC864159D95}" type="pres">
      <dgm:prSet presAssocID="{ED15424E-A950-4EA2-9D71-55DC6485C03C}" presName="sibTrans" presStyleCnt="0"/>
      <dgm:spPr/>
    </dgm:pt>
    <dgm:pt modelId="{E722CBB9-2816-4ACF-88D0-397B35E8B156}" type="pres">
      <dgm:prSet presAssocID="{F58D0591-5AF5-42DB-BDC3-D8F6919BDC7A}" presName="compNode" presStyleCnt="0"/>
      <dgm:spPr/>
    </dgm:pt>
    <dgm:pt modelId="{11899B9F-87FC-45DC-9C99-BD054088CEC4}" type="pres">
      <dgm:prSet presAssocID="{F58D0591-5AF5-42DB-BDC3-D8F6919BDC7A}" presName="bgRect" presStyleLbl="bgShp" presStyleIdx="1" presStyleCnt="4"/>
      <dgm:spPr/>
    </dgm:pt>
    <dgm:pt modelId="{FF8D2972-7011-4B2B-85CA-8D209D75BDBF}" type="pres">
      <dgm:prSet presAssocID="{F58D0591-5AF5-42DB-BDC3-D8F6919BDC7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6EB21A5-FEE0-434D-B45B-CE46431AAD8D}" type="pres">
      <dgm:prSet presAssocID="{F58D0591-5AF5-42DB-BDC3-D8F6919BDC7A}" presName="spaceRect" presStyleCnt="0"/>
      <dgm:spPr/>
    </dgm:pt>
    <dgm:pt modelId="{83F169E9-E90A-49C8-A3B2-FBF9DA32BCFD}" type="pres">
      <dgm:prSet presAssocID="{F58D0591-5AF5-42DB-BDC3-D8F6919BDC7A}" presName="parTx" presStyleLbl="revTx" presStyleIdx="1" presStyleCnt="4">
        <dgm:presLayoutVars>
          <dgm:chMax val="0"/>
          <dgm:chPref val="0"/>
        </dgm:presLayoutVars>
      </dgm:prSet>
      <dgm:spPr/>
    </dgm:pt>
    <dgm:pt modelId="{C759F6B1-50EA-4125-B7B9-03A4476B7F8F}" type="pres">
      <dgm:prSet presAssocID="{6BE4A2D3-D85F-4B28-944A-D024EE19E440}" presName="sibTrans" presStyleCnt="0"/>
      <dgm:spPr/>
    </dgm:pt>
    <dgm:pt modelId="{64DFBD5C-593A-4785-9215-A2FAEC681105}" type="pres">
      <dgm:prSet presAssocID="{8E4868A9-F034-4595-B05D-BC38FF9D32EF}" presName="compNode" presStyleCnt="0"/>
      <dgm:spPr/>
    </dgm:pt>
    <dgm:pt modelId="{F890B80D-80AC-4402-8C33-A4EE0E0C89A3}" type="pres">
      <dgm:prSet presAssocID="{8E4868A9-F034-4595-B05D-BC38FF9D32EF}" presName="bgRect" presStyleLbl="bgShp" presStyleIdx="2" presStyleCnt="4"/>
      <dgm:spPr/>
    </dgm:pt>
    <dgm:pt modelId="{4F9E7B3B-122C-4ABF-9F91-42F08054092C}" type="pres">
      <dgm:prSet presAssocID="{8E4868A9-F034-4595-B05D-BC38FF9D32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6B44C9EC-C446-4BDB-83B3-8838B6D2797B}" type="pres">
      <dgm:prSet presAssocID="{8E4868A9-F034-4595-B05D-BC38FF9D32EF}" presName="spaceRect" presStyleCnt="0"/>
      <dgm:spPr/>
    </dgm:pt>
    <dgm:pt modelId="{F9AA8954-5459-4774-AB4E-C0B629769A61}" type="pres">
      <dgm:prSet presAssocID="{8E4868A9-F034-4595-B05D-BC38FF9D32EF}" presName="parTx" presStyleLbl="revTx" presStyleIdx="2" presStyleCnt="4">
        <dgm:presLayoutVars>
          <dgm:chMax val="0"/>
          <dgm:chPref val="0"/>
        </dgm:presLayoutVars>
      </dgm:prSet>
      <dgm:spPr/>
    </dgm:pt>
    <dgm:pt modelId="{AFF08262-4FCE-441B-89D1-BF21B83E98CF}" type="pres">
      <dgm:prSet presAssocID="{C80EC345-7AD9-4C3E-8A6F-8D19161A36B2}" presName="sibTrans" presStyleCnt="0"/>
      <dgm:spPr/>
    </dgm:pt>
    <dgm:pt modelId="{08558D1A-F2C1-4715-8A72-69A45F9995F9}" type="pres">
      <dgm:prSet presAssocID="{A085A00D-2F82-4848-BD98-F1579B60A207}" presName="compNode" presStyleCnt="0"/>
      <dgm:spPr/>
    </dgm:pt>
    <dgm:pt modelId="{21A41A31-4805-4109-9E63-6A3598910461}" type="pres">
      <dgm:prSet presAssocID="{A085A00D-2F82-4848-BD98-F1579B60A207}" presName="bgRect" presStyleLbl="bgShp" presStyleIdx="3" presStyleCnt="4"/>
      <dgm:spPr/>
    </dgm:pt>
    <dgm:pt modelId="{D704C7C7-FBD7-439C-BF06-268863DDC10F}" type="pres">
      <dgm:prSet presAssocID="{A085A00D-2F82-4848-BD98-F1579B60A20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phone"/>
        </a:ext>
      </dgm:extLst>
    </dgm:pt>
    <dgm:pt modelId="{06744E5A-03F7-4CB6-838F-58328E76F42B}" type="pres">
      <dgm:prSet presAssocID="{A085A00D-2F82-4848-BD98-F1579B60A207}" presName="spaceRect" presStyleCnt="0"/>
      <dgm:spPr/>
    </dgm:pt>
    <dgm:pt modelId="{08F1A00D-C90E-49A1-9BD3-5F54E8241256}" type="pres">
      <dgm:prSet presAssocID="{A085A00D-2F82-4848-BD98-F1579B60A20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212E20-9E89-494D-A644-5922EBE1BD42}" type="presOf" srcId="{F58D0591-5AF5-42DB-BDC3-D8F6919BDC7A}" destId="{83F169E9-E90A-49C8-A3B2-FBF9DA32BCFD}" srcOrd="0" destOrd="0" presId="urn:microsoft.com/office/officeart/2018/2/layout/IconVerticalSolidList"/>
    <dgm:cxn modelId="{DF45B936-CA3A-4AEF-83B3-E889EC237254}" type="presOf" srcId="{A085A00D-2F82-4848-BD98-F1579B60A207}" destId="{08F1A00D-C90E-49A1-9BD3-5F54E8241256}" srcOrd="0" destOrd="0" presId="urn:microsoft.com/office/officeart/2018/2/layout/IconVerticalSolidList"/>
    <dgm:cxn modelId="{0EA51FA6-01A4-40D7-9D87-3E6D07473E4B}" type="presOf" srcId="{9A14C262-4EAA-4268-AF5F-FC550FE9BDC1}" destId="{1FFCC68B-1CB4-4032-B713-185DE435071B}" srcOrd="0" destOrd="0" presId="urn:microsoft.com/office/officeart/2018/2/layout/IconVerticalSolidList"/>
    <dgm:cxn modelId="{E61CBAA7-09CD-4A0A-8E13-9BF567B11BCC}" type="presOf" srcId="{8E4868A9-F034-4595-B05D-BC38FF9D32EF}" destId="{F9AA8954-5459-4774-AB4E-C0B629769A61}" srcOrd="0" destOrd="0" presId="urn:microsoft.com/office/officeart/2018/2/layout/IconVerticalSolidList"/>
    <dgm:cxn modelId="{572EB9AA-DE07-451D-A2F1-438654092A70}" srcId="{C38F56C3-6A9B-4BC2-8597-252F555F3171}" destId="{8E4868A9-F034-4595-B05D-BC38FF9D32EF}" srcOrd="2" destOrd="0" parTransId="{51DE8241-02B9-4672-8CE1-896C0C34436A}" sibTransId="{C80EC345-7AD9-4C3E-8A6F-8D19161A36B2}"/>
    <dgm:cxn modelId="{D13385AD-109C-4200-BDA3-2A563BC6DE8C}" srcId="{C38F56C3-6A9B-4BC2-8597-252F555F3171}" destId="{9A14C262-4EAA-4268-AF5F-FC550FE9BDC1}" srcOrd="0" destOrd="0" parTransId="{781C8F7C-B3E6-4754-8189-93214966AFCA}" sibTransId="{ED15424E-A950-4EA2-9D71-55DC6485C03C}"/>
    <dgm:cxn modelId="{B772C1AE-6B67-4A30-BCB1-01F6E5ABF2B5}" type="presOf" srcId="{C38F56C3-6A9B-4BC2-8597-252F555F3171}" destId="{9DC88CAF-F8E1-4050-852D-BD4DBB79CBD6}" srcOrd="0" destOrd="0" presId="urn:microsoft.com/office/officeart/2018/2/layout/IconVerticalSolidList"/>
    <dgm:cxn modelId="{33212CC1-4867-42F1-B059-85EE4FF1583A}" srcId="{C38F56C3-6A9B-4BC2-8597-252F555F3171}" destId="{A085A00D-2F82-4848-BD98-F1579B60A207}" srcOrd="3" destOrd="0" parTransId="{A841B9ED-3327-4732-8B80-7C160BA3D9A2}" sibTransId="{EC47D99D-0DF6-41C6-B341-057E76F286A5}"/>
    <dgm:cxn modelId="{11741BF2-CD54-413E-A2C5-F5AEE13B334D}" srcId="{C38F56C3-6A9B-4BC2-8597-252F555F3171}" destId="{F58D0591-5AF5-42DB-BDC3-D8F6919BDC7A}" srcOrd="1" destOrd="0" parTransId="{249CE8E2-BACE-4ACC-9F25-F9AF90C498E4}" sibTransId="{6BE4A2D3-D85F-4B28-944A-D024EE19E440}"/>
    <dgm:cxn modelId="{E3A7EE19-8054-4C60-B630-5F90529FD485}" type="presParOf" srcId="{9DC88CAF-F8E1-4050-852D-BD4DBB79CBD6}" destId="{7CE1D6ED-B332-4E83-9E6B-2525E94216F1}" srcOrd="0" destOrd="0" presId="urn:microsoft.com/office/officeart/2018/2/layout/IconVerticalSolidList"/>
    <dgm:cxn modelId="{AAD52156-0C69-4FC4-B781-C8DC078DB276}" type="presParOf" srcId="{7CE1D6ED-B332-4E83-9E6B-2525E94216F1}" destId="{201774D6-F9B7-4EE5-94B9-B36F1742E4CA}" srcOrd="0" destOrd="0" presId="urn:microsoft.com/office/officeart/2018/2/layout/IconVerticalSolidList"/>
    <dgm:cxn modelId="{C9A5AFC7-1982-48C0-A2A8-A3A1292B66F6}" type="presParOf" srcId="{7CE1D6ED-B332-4E83-9E6B-2525E94216F1}" destId="{6EF25669-E28D-46FB-AEE8-A4595551043B}" srcOrd="1" destOrd="0" presId="urn:microsoft.com/office/officeart/2018/2/layout/IconVerticalSolidList"/>
    <dgm:cxn modelId="{BB67CF62-1A5D-491C-8475-1CCEFFD4E4B6}" type="presParOf" srcId="{7CE1D6ED-B332-4E83-9E6B-2525E94216F1}" destId="{B2E53517-593E-450C-A11C-A8A265C811BC}" srcOrd="2" destOrd="0" presId="urn:microsoft.com/office/officeart/2018/2/layout/IconVerticalSolidList"/>
    <dgm:cxn modelId="{4987EBCE-924E-4E3A-ABC3-3F6FC819BAC5}" type="presParOf" srcId="{7CE1D6ED-B332-4E83-9E6B-2525E94216F1}" destId="{1FFCC68B-1CB4-4032-B713-185DE435071B}" srcOrd="3" destOrd="0" presId="urn:microsoft.com/office/officeart/2018/2/layout/IconVerticalSolidList"/>
    <dgm:cxn modelId="{D0E2A79C-2125-42D1-9CAC-7E84B025FCA0}" type="presParOf" srcId="{9DC88CAF-F8E1-4050-852D-BD4DBB79CBD6}" destId="{F5080A1D-6D09-4404-898A-FCC864159D95}" srcOrd="1" destOrd="0" presId="urn:microsoft.com/office/officeart/2018/2/layout/IconVerticalSolidList"/>
    <dgm:cxn modelId="{51E363F9-2791-4A87-B789-B57C01B8754F}" type="presParOf" srcId="{9DC88CAF-F8E1-4050-852D-BD4DBB79CBD6}" destId="{E722CBB9-2816-4ACF-88D0-397B35E8B156}" srcOrd="2" destOrd="0" presId="urn:microsoft.com/office/officeart/2018/2/layout/IconVerticalSolidList"/>
    <dgm:cxn modelId="{1D48EB69-B6C1-4B7C-A186-AF093668A24E}" type="presParOf" srcId="{E722CBB9-2816-4ACF-88D0-397B35E8B156}" destId="{11899B9F-87FC-45DC-9C99-BD054088CEC4}" srcOrd="0" destOrd="0" presId="urn:microsoft.com/office/officeart/2018/2/layout/IconVerticalSolidList"/>
    <dgm:cxn modelId="{E6C6467D-1374-43EB-83AC-E24AF3D48A96}" type="presParOf" srcId="{E722CBB9-2816-4ACF-88D0-397B35E8B156}" destId="{FF8D2972-7011-4B2B-85CA-8D209D75BDBF}" srcOrd="1" destOrd="0" presId="urn:microsoft.com/office/officeart/2018/2/layout/IconVerticalSolidList"/>
    <dgm:cxn modelId="{472FB6E7-0617-481B-8078-AC21BA51B0E3}" type="presParOf" srcId="{E722CBB9-2816-4ACF-88D0-397B35E8B156}" destId="{66EB21A5-FEE0-434D-B45B-CE46431AAD8D}" srcOrd="2" destOrd="0" presId="urn:microsoft.com/office/officeart/2018/2/layout/IconVerticalSolidList"/>
    <dgm:cxn modelId="{3DB628A6-1470-42D3-8FC3-DB0A576DD103}" type="presParOf" srcId="{E722CBB9-2816-4ACF-88D0-397B35E8B156}" destId="{83F169E9-E90A-49C8-A3B2-FBF9DA32BCFD}" srcOrd="3" destOrd="0" presId="urn:microsoft.com/office/officeart/2018/2/layout/IconVerticalSolidList"/>
    <dgm:cxn modelId="{1DAD8446-7D1B-422C-AC3F-855C9526FC3D}" type="presParOf" srcId="{9DC88CAF-F8E1-4050-852D-BD4DBB79CBD6}" destId="{C759F6B1-50EA-4125-B7B9-03A4476B7F8F}" srcOrd="3" destOrd="0" presId="urn:microsoft.com/office/officeart/2018/2/layout/IconVerticalSolidList"/>
    <dgm:cxn modelId="{0DDDB294-8590-4FDF-99BF-3F61C8FC8627}" type="presParOf" srcId="{9DC88CAF-F8E1-4050-852D-BD4DBB79CBD6}" destId="{64DFBD5C-593A-4785-9215-A2FAEC681105}" srcOrd="4" destOrd="0" presId="urn:microsoft.com/office/officeart/2018/2/layout/IconVerticalSolidList"/>
    <dgm:cxn modelId="{0B628B7B-A202-47F2-AC71-E6ED8C46302A}" type="presParOf" srcId="{64DFBD5C-593A-4785-9215-A2FAEC681105}" destId="{F890B80D-80AC-4402-8C33-A4EE0E0C89A3}" srcOrd="0" destOrd="0" presId="urn:microsoft.com/office/officeart/2018/2/layout/IconVerticalSolidList"/>
    <dgm:cxn modelId="{847C0888-5E3B-46E2-9F6C-E01D61B2F0AD}" type="presParOf" srcId="{64DFBD5C-593A-4785-9215-A2FAEC681105}" destId="{4F9E7B3B-122C-4ABF-9F91-42F08054092C}" srcOrd="1" destOrd="0" presId="urn:microsoft.com/office/officeart/2018/2/layout/IconVerticalSolidList"/>
    <dgm:cxn modelId="{8F750C14-42C7-4E79-952A-1509EC05A6D7}" type="presParOf" srcId="{64DFBD5C-593A-4785-9215-A2FAEC681105}" destId="{6B44C9EC-C446-4BDB-83B3-8838B6D2797B}" srcOrd="2" destOrd="0" presId="urn:microsoft.com/office/officeart/2018/2/layout/IconVerticalSolidList"/>
    <dgm:cxn modelId="{4C66D661-FFBA-484F-A39D-227EF7C8997C}" type="presParOf" srcId="{64DFBD5C-593A-4785-9215-A2FAEC681105}" destId="{F9AA8954-5459-4774-AB4E-C0B629769A61}" srcOrd="3" destOrd="0" presId="urn:microsoft.com/office/officeart/2018/2/layout/IconVerticalSolidList"/>
    <dgm:cxn modelId="{30967204-E81C-4A59-8738-BE23D56C22E1}" type="presParOf" srcId="{9DC88CAF-F8E1-4050-852D-BD4DBB79CBD6}" destId="{AFF08262-4FCE-441B-89D1-BF21B83E98CF}" srcOrd="5" destOrd="0" presId="urn:microsoft.com/office/officeart/2018/2/layout/IconVerticalSolidList"/>
    <dgm:cxn modelId="{23A2D9AB-0BA6-424B-85CC-65EFA38B863C}" type="presParOf" srcId="{9DC88CAF-F8E1-4050-852D-BD4DBB79CBD6}" destId="{08558D1A-F2C1-4715-8A72-69A45F9995F9}" srcOrd="6" destOrd="0" presId="urn:microsoft.com/office/officeart/2018/2/layout/IconVerticalSolidList"/>
    <dgm:cxn modelId="{204FD203-BEB3-45D1-A15F-4A51F3118463}" type="presParOf" srcId="{08558D1A-F2C1-4715-8A72-69A45F9995F9}" destId="{21A41A31-4805-4109-9E63-6A3598910461}" srcOrd="0" destOrd="0" presId="urn:microsoft.com/office/officeart/2018/2/layout/IconVerticalSolidList"/>
    <dgm:cxn modelId="{3764CFCA-B753-46EC-8878-612B068611B0}" type="presParOf" srcId="{08558D1A-F2C1-4715-8A72-69A45F9995F9}" destId="{D704C7C7-FBD7-439C-BF06-268863DDC10F}" srcOrd="1" destOrd="0" presId="urn:microsoft.com/office/officeart/2018/2/layout/IconVerticalSolidList"/>
    <dgm:cxn modelId="{013254F2-1044-4DFD-B183-391333A0A2FB}" type="presParOf" srcId="{08558D1A-F2C1-4715-8A72-69A45F9995F9}" destId="{06744E5A-03F7-4CB6-838F-58328E76F42B}" srcOrd="2" destOrd="0" presId="urn:microsoft.com/office/officeart/2018/2/layout/IconVerticalSolidList"/>
    <dgm:cxn modelId="{48C7294C-E118-49A5-A26B-76E10675DC22}" type="presParOf" srcId="{08558D1A-F2C1-4715-8A72-69A45F9995F9}" destId="{08F1A00D-C90E-49A1-9BD3-5F54E8241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77EE8-173E-44CE-A8A2-1ED9D1FCCC90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140E4-1175-4C7C-B9EF-CE7712675643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D8331-A847-431C-B660-521B1F1512C5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Critical Thinking</a:t>
          </a:r>
          <a:endParaRPr lang="en-US" sz="2400" kern="1200"/>
        </a:p>
      </dsp:txBody>
      <dsp:txXfrm>
        <a:off x="1948202" y="368029"/>
        <a:ext cx="3233964" cy="1371985"/>
      </dsp:txXfrm>
    </dsp:sp>
    <dsp:sp modelId="{04871B24-0025-429D-9DEE-A076CD3D3EBF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14C54-1C52-4D90-8E82-7EE5F4B772AA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6FF75-4AD8-46FA-A63A-9B18B01CEE20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Collaboration</a:t>
          </a:r>
          <a:endParaRPr lang="en-US" sz="2400" kern="1200"/>
        </a:p>
      </dsp:txBody>
      <dsp:txXfrm>
        <a:off x="7411643" y="368029"/>
        <a:ext cx="3233964" cy="1371985"/>
      </dsp:txXfrm>
    </dsp:sp>
    <dsp:sp modelId="{0FF11644-F4F7-4864-BD3D-AC6643F0A03C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E8296-9D25-4CB4-9BAD-41CD80B2DA9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C7A99-9004-4F98-9749-92692F591494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Creativity</a:t>
          </a:r>
          <a:endParaRPr lang="en-US" sz="2400" kern="1200"/>
        </a:p>
      </dsp:txBody>
      <dsp:txXfrm>
        <a:off x="1948202" y="2452790"/>
        <a:ext cx="3233964" cy="1371985"/>
      </dsp:txXfrm>
    </dsp:sp>
    <dsp:sp modelId="{67FF8E44-3B40-4830-882E-EB125550A593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F76B2-A2EC-4A64-BBBD-9CCDEC539140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ACF31-7C3E-479F-B439-8466ADE41B9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Communication</a:t>
          </a:r>
          <a:endParaRPr lang="en-US" sz="2400" kern="1200"/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774D6-F9B7-4EE5-94B9-B36F1742E4CA}">
      <dsp:nvSpPr>
        <dsp:cNvPr id="0" name=""/>
        <dsp:cNvSpPr/>
      </dsp:nvSpPr>
      <dsp:spPr>
        <a:xfrm>
          <a:off x="0" y="1622"/>
          <a:ext cx="6433805" cy="8221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25669-E28D-46FB-AEE8-A4595551043B}">
      <dsp:nvSpPr>
        <dsp:cNvPr id="0" name=""/>
        <dsp:cNvSpPr/>
      </dsp:nvSpPr>
      <dsp:spPr>
        <a:xfrm>
          <a:off x="248708" y="186612"/>
          <a:ext cx="452197" cy="45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CC68B-1CB4-4032-B713-185DE435071B}">
      <dsp:nvSpPr>
        <dsp:cNvPr id="0" name=""/>
        <dsp:cNvSpPr/>
      </dsp:nvSpPr>
      <dsp:spPr>
        <a:xfrm>
          <a:off x="949614" y="1622"/>
          <a:ext cx="5484190" cy="82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4" tIns="87014" rIns="87014" bIns="870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Critical Thinking</a:t>
          </a:r>
          <a:endParaRPr lang="en-US" sz="2200" kern="1200"/>
        </a:p>
      </dsp:txBody>
      <dsp:txXfrm>
        <a:off x="949614" y="1622"/>
        <a:ext cx="5484190" cy="822176"/>
      </dsp:txXfrm>
    </dsp:sp>
    <dsp:sp modelId="{11899B9F-87FC-45DC-9C99-BD054088CEC4}">
      <dsp:nvSpPr>
        <dsp:cNvPr id="0" name=""/>
        <dsp:cNvSpPr/>
      </dsp:nvSpPr>
      <dsp:spPr>
        <a:xfrm>
          <a:off x="0" y="1029343"/>
          <a:ext cx="6433805" cy="8221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8D2972-7011-4B2B-85CA-8D209D75BDBF}">
      <dsp:nvSpPr>
        <dsp:cNvPr id="0" name=""/>
        <dsp:cNvSpPr/>
      </dsp:nvSpPr>
      <dsp:spPr>
        <a:xfrm>
          <a:off x="248708" y="1214333"/>
          <a:ext cx="452197" cy="45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169E9-E90A-49C8-A3B2-FBF9DA32BCFD}">
      <dsp:nvSpPr>
        <dsp:cNvPr id="0" name=""/>
        <dsp:cNvSpPr/>
      </dsp:nvSpPr>
      <dsp:spPr>
        <a:xfrm>
          <a:off x="949614" y="1029343"/>
          <a:ext cx="5484190" cy="82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4" tIns="87014" rIns="87014" bIns="870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Collaboration</a:t>
          </a:r>
          <a:endParaRPr lang="en-US" sz="2200" kern="1200"/>
        </a:p>
      </dsp:txBody>
      <dsp:txXfrm>
        <a:off x="949614" y="1029343"/>
        <a:ext cx="5484190" cy="822176"/>
      </dsp:txXfrm>
    </dsp:sp>
    <dsp:sp modelId="{F890B80D-80AC-4402-8C33-A4EE0E0C89A3}">
      <dsp:nvSpPr>
        <dsp:cNvPr id="0" name=""/>
        <dsp:cNvSpPr/>
      </dsp:nvSpPr>
      <dsp:spPr>
        <a:xfrm>
          <a:off x="0" y="2057064"/>
          <a:ext cx="6433805" cy="8221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E7B3B-122C-4ABF-9F91-42F08054092C}">
      <dsp:nvSpPr>
        <dsp:cNvPr id="0" name=""/>
        <dsp:cNvSpPr/>
      </dsp:nvSpPr>
      <dsp:spPr>
        <a:xfrm>
          <a:off x="248708" y="2242054"/>
          <a:ext cx="452197" cy="45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A8954-5459-4774-AB4E-C0B629769A61}">
      <dsp:nvSpPr>
        <dsp:cNvPr id="0" name=""/>
        <dsp:cNvSpPr/>
      </dsp:nvSpPr>
      <dsp:spPr>
        <a:xfrm>
          <a:off x="949614" y="2057064"/>
          <a:ext cx="5484190" cy="82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4" tIns="87014" rIns="87014" bIns="870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Creativity</a:t>
          </a:r>
          <a:endParaRPr lang="en-US" sz="2200" kern="1200"/>
        </a:p>
      </dsp:txBody>
      <dsp:txXfrm>
        <a:off x="949614" y="2057064"/>
        <a:ext cx="5484190" cy="822176"/>
      </dsp:txXfrm>
    </dsp:sp>
    <dsp:sp modelId="{21A41A31-4805-4109-9E63-6A3598910461}">
      <dsp:nvSpPr>
        <dsp:cNvPr id="0" name=""/>
        <dsp:cNvSpPr/>
      </dsp:nvSpPr>
      <dsp:spPr>
        <a:xfrm>
          <a:off x="0" y="3084785"/>
          <a:ext cx="6433805" cy="8221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4C7C7-FBD7-439C-BF06-268863DDC10F}">
      <dsp:nvSpPr>
        <dsp:cNvPr id="0" name=""/>
        <dsp:cNvSpPr/>
      </dsp:nvSpPr>
      <dsp:spPr>
        <a:xfrm>
          <a:off x="248708" y="3269775"/>
          <a:ext cx="452197" cy="45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1A00D-C90E-49A1-9BD3-5F54E8241256}">
      <dsp:nvSpPr>
        <dsp:cNvPr id="0" name=""/>
        <dsp:cNvSpPr/>
      </dsp:nvSpPr>
      <dsp:spPr>
        <a:xfrm>
          <a:off x="949614" y="3084785"/>
          <a:ext cx="5484190" cy="82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4" tIns="87014" rIns="87014" bIns="870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Communication</a:t>
          </a:r>
          <a:endParaRPr lang="en-US" sz="2200" kern="1200"/>
        </a:p>
      </dsp:txBody>
      <dsp:txXfrm>
        <a:off x="949614" y="3084785"/>
        <a:ext cx="5484190" cy="822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ECF61-970C-4054-B5F1-25D96F9DD450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FEE81-19CD-4F5B-81D7-A2B755B55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03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5DF4-927E-4426-9209-B8636ED67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E257A-00D0-4B78-9954-843540DB9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EA923-866A-4DEB-9C71-281674DF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2A251-BA44-4560-94F7-033B20B9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2F8A7-6D13-40FD-83E5-B1ABE8D0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84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700B-AF59-4F9A-936B-114B3B47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5247D-8FBD-4E5A-BD70-E6C4BBD07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EDE00-359F-4D89-B96B-C8FAE769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FCC8A-E9BA-4FBB-917F-FEFF7F56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13E1A-D663-4E4E-9C97-432705A9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4784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59BD-C70B-41BC-85F7-551F2C36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9C688-C2AB-4C81-9A15-20EA134BC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FE7B-A224-47F5-A440-ADDF60CE9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DCBE9-55A2-487D-82AE-43D0E3B7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1E74E-291D-41B0-AA00-0D103FA0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53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2CB1-DF68-4FA9-8B34-BCA961BD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3C130-322E-4905-B3AC-322378B31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E723B-0776-40A0-AB7A-66F61BD98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98A36-2DDD-4D21-94BA-148D8395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C166F-AC5F-4AF9-AABD-EC9A49D5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FC3BB-4133-4E50-A265-35EA295C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34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FF96-F7B8-4489-B4E2-A01AD47B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1B328-0598-4C7F-8C8E-888A7D21D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875E6-5D9E-4DFD-BCFC-57E43C1BA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44BAD-64A4-4840-BCCD-84C6FE561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FCB81-D024-413B-B9E4-C8B60D7AD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753B57-2E9A-43A3-A5AA-663548D6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0FF71-2E07-4B0C-906B-5680C4FB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DB99E-E39C-4866-B7F0-395E6A67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41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4DDA-5232-49AE-B3E6-A45676E9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5C1DF-B385-4B00-9478-4036FA26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FAB47-45CC-4C4C-9002-D8C29340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ACF10-4984-42B9-B4C3-38D5B8EF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0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D4AA0-5966-4BCD-A7FE-95D8D618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32090-AB82-4F7C-88B7-46DAD6A1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C4797-D52E-4019-AE39-3AB90516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47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CFE5-0EEE-43C4-84CA-4381752E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FEA36-D4DA-4F53-A4ED-560E34CA3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2CBBD-DE6F-461C-B045-90F1C13C1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A29D-C87F-4128-A56D-CD1FDB9E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1B8B1-BF9D-40A4-92B3-06D90FD9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84D8F-E49D-40F8-8DF3-11323E4A4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DB335-9D81-4F3F-A29C-E593968B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74F54-8B5C-4C31-89CD-CF3F5DEFA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BE5FB-3AC4-4977-947A-99CF55B8F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D46F7-F412-4753-960B-08C0EFAD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B7A00-2B1E-4A2B-AE36-066B81FC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948BA-D400-473D-B166-D90BBFDF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378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526C-9A12-4E23-A1F5-8B69FF12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C6812-744D-4C2F-9C35-5C7B269AE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7AD02-9F60-4475-8AB0-45379966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6B3C6-0773-4ACC-9A44-8D408EA05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8718B-57CB-4CA2-B959-28425BEE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19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0D7D5-E549-44D8-8AA4-C77A47058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DFAC8-5D13-4FB3-BD84-27637A545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65A91-8F78-4524-A106-C9F9BB77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84B31-1C87-442B-8BF9-9C13402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7A1DF-A433-4715-801D-E627E11B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0906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976313" y="187523"/>
            <a:ext cx="10239375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defTabSz="609630">
              <a:defRPr/>
            </a:pPr>
            <a:fld id="{86CB4B4D-7CA3-9044-876B-883B54F8677D}" type="slidenum">
              <a:rPr lang="en-GB" sz="800" smtClean="0">
                <a:solidFill>
                  <a:prstClr val="black">
                    <a:tint val="75000"/>
                  </a:prstClr>
                </a:solidFill>
              </a:rPr>
              <a:pPr defTabSz="609630">
                <a:defRPr/>
              </a:pPr>
              <a:t>‹#›</a:t>
            </a:fld>
            <a:endParaRPr lang="en-GB" sz="8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79594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E87F-4357-1DED-2F03-987C19068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620A2-1539-07FC-C8B0-0B580A1D5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B942E-1E80-75E2-8B82-020F8E5D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E03F9-5A36-BAC2-8667-0A531777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5D6B8-86F8-30DE-5559-243E6144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037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76D8-E69D-236D-C0F6-EED10DD7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18CAA-201D-83B6-168A-FB3FD782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FD25F-2C69-2EB5-5A7F-D0C2CBD7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29BD7-693B-D671-5706-546DC148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5C531-02A2-69C7-3A9D-F58FFBB4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680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9C4E-0088-8F8D-AF2E-3822BECE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5B13-D7D8-8C1C-681A-A152208A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EE58D-8ECE-7778-D38F-1BC7A3B8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27-826F-9F50-C161-3ED1DE03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479AD-EB0F-CC8D-FCE2-D86CE82D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658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C091-4FE0-9BD8-2611-B979B4B8E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9EDD-2D22-9B80-78CE-1D4956A1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9BF5-64FC-F229-FBBD-2E4083487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42AB6-5097-C7E0-CB81-9F6B22F5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7E0EB-A661-373F-F5DF-4E973D98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C5467-DD7C-9611-0719-DE45AEBC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32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EBC9-10AB-A61E-CECA-E04EB155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550CC-F971-ACC8-8A86-FA42D773E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6305C-5230-6A88-29D8-5CC43BFC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FB3BD-9723-D7AC-9DF0-2FB259208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37BFB-9CC6-AE59-DB85-FDB500986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88680-A817-6D89-6EC4-DD24B1B8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F3A3F-C017-55E7-C6DD-92016DCF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E5069-4DCE-021D-4CAE-C5C4319B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638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7D8D-E1C4-F641-2B28-4FE7697D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B137D-CEB0-C978-06E4-10911B33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59BA3-5D40-5134-D427-64CB8538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14755-E0FF-B066-0C9F-9BA168EC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087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31DDB-8899-6471-510C-155CE3B7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24A13-4039-E16D-1AD6-A38D22C1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50222-14FE-C866-1BF5-4ABAA877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92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74C0-02E4-4B71-C991-C20A88B76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2D0E5-96AE-3784-2B2E-37DDDBF8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A58B0-91C6-4342-AD3A-C93C2E9EF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681B5-2D36-8AD4-13BE-67E0AAE2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D4ED7-DE69-2E40-AF73-8EEB6E04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83764-A95E-78AC-1AB3-CA6557CC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8860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D1CF-1B23-3F18-6F6B-0B9C2508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FA0CC-5023-F447-AF5B-A5D8DF932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2C388-3728-F4EE-D430-ED749A9AD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8548F-045D-8C09-C5DA-83292B9A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BF82E-C5E0-EC4B-6131-BB258079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4D136-016F-A21C-F84D-7E07F09F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891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446F-C809-C6A9-B22D-8422F41C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BE9D5-349B-9F97-A37A-226A9C9D9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2F6D5-5ECF-0C00-E4A2-7CECF4D0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9B92-82CE-15B7-0A04-B05BCB48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2CC5C-4DED-6903-49D4-644431C2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45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E82FB-B405-075B-A0E1-CEA11A31B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E943F-78BC-74E9-F9DC-244081425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2D2EE-708E-ED3F-7699-E5987777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272BE-53C2-7126-A30D-389C28B2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13C6-521C-D339-16EF-C720D438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8527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07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949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557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523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08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722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8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350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42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316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0C436-7D00-4940-8BFE-634D82186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32A13-F61A-41B0-9046-5621557B5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1CD5D-02B2-4E11-B8B8-EBB438560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36F7D-4EC4-4D5F-BE65-9C3F2D4589B7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714DF-F4F0-4059-B0B4-AC24D386F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5184-A61F-41F4-A21B-45BE96468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685F5-4FC1-411F-9E27-D26F8C49478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982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662B4-97E2-7190-F7A3-68645DF6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8127B-57C9-26D1-0016-2CA78577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6D5D3-9D45-9D2A-3A7B-E9A1C738B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8EC8A-7B07-4E5B-A827-F577DD488FB2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BBE5A-E73E-E51C-7A66-F673ACE06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20212-47EC-0E00-11E8-48F63A804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52986-8C1F-48B1-B93E-00EA962A140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2EB13-F872-BDAE-D989-C4E6934743CE}"/>
              </a:ext>
            </a:extLst>
          </p:cNvPr>
          <p:cNvSpPr txBox="1"/>
          <p:nvPr userDrawn="1"/>
        </p:nvSpPr>
        <p:spPr>
          <a:xfrm>
            <a:off x="10515600" y="5734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26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0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3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image" Target="../media/image19.png"/><Relationship Id="rId10" Type="http://schemas.microsoft.com/office/2007/relationships/diagramDrawing" Target="../diagrams/drawing2.xml"/><Relationship Id="rId4" Type="http://schemas.openxmlformats.org/officeDocument/2006/relationships/image" Target="../media/image18.png"/><Relationship Id="rId9" Type="http://schemas.openxmlformats.org/officeDocument/2006/relationships/diagramColors" Target="../diagrams/colors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p5286T_kn0?feature=oembed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647918" cy="12853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559432"/>
            <a:ext cx="3024336" cy="6878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DC815A-9E02-41B9-AD76-7EDDBF21C37A}"/>
              </a:ext>
            </a:extLst>
          </p:cNvPr>
          <p:cNvSpPr txBox="1">
            <a:spLocks/>
          </p:cNvSpPr>
          <p:nvPr/>
        </p:nvSpPr>
        <p:spPr>
          <a:xfrm>
            <a:off x="2711335" y="1546024"/>
            <a:ext cx="6502400" cy="203200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 Bold" panose="020B0604020202020204" charset="0"/>
                <a:ea typeface="+mj-ea"/>
                <a:cs typeface="+mj-cs"/>
              </a:defRPr>
            </a:lvl1pPr>
          </a:lstStyle>
          <a:p>
            <a:r>
              <a:rPr lang="es-ES" sz="4000" b="1" dirty="0"/>
              <a:t>Innovative </a:t>
            </a:r>
            <a:r>
              <a:rPr lang="es-ES" sz="4000" b="1" dirty="0" err="1"/>
              <a:t>Methodologies</a:t>
            </a:r>
            <a:r>
              <a:rPr lang="es-ES" sz="4000" b="1" dirty="0"/>
              <a:t> </a:t>
            </a:r>
            <a:r>
              <a:rPr lang="es-ES" sz="4000" b="1" dirty="0" err="1"/>
              <a:t>for</a:t>
            </a:r>
            <a:r>
              <a:rPr lang="es-ES" sz="4000" b="1" dirty="0"/>
              <a:t> </a:t>
            </a:r>
            <a:r>
              <a:rPr lang="es-ES" sz="4000" b="1" dirty="0" err="1"/>
              <a:t>Teaching</a:t>
            </a:r>
            <a:r>
              <a:rPr lang="es-ES" sz="4000" b="1" dirty="0"/>
              <a:t> and </a:t>
            </a:r>
            <a:r>
              <a:rPr lang="es-ES" sz="4000" b="1" dirty="0" err="1"/>
              <a:t>Learning</a:t>
            </a:r>
            <a:endParaRPr lang="en-GB" sz="40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D9C5285-B1ED-46F0-B639-7C568C75C6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11335" y="4023250"/>
            <a:ext cx="6502400" cy="521456"/>
          </a:xfrm>
          <a:prstGeom prst="rect">
            <a:avLst/>
          </a:prstGeom>
        </p:spPr>
        <p:txBody>
          <a:bodyPr>
            <a:normAutofit/>
          </a:bodyPr>
          <a:lstStyle>
            <a:lvl1pPr marL="342891" indent="-342891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Raleway Bold" panose="020B0604020202020204" charset="0"/>
              </a:rPr>
              <a:t>Being</a:t>
            </a:r>
            <a:r>
              <a:rPr lang="es-ES" sz="2400" b="1" dirty="0">
                <a:latin typeface="Raleway Bold" panose="020B0604020202020204" charset="0"/>
              </a:rPr>
              <a:t> </a:t>
            </a:r>
            <a:r>
              <a:rPr lang="es-ES" sz="2400" b="1" dirty="0" err="1">
                <a:latin typeface="Raleway Bold" panose="020B0604020202020204" charset="0"/>
              </a:rPr>
              <a:t>an</a:t>
            </a:r>
            <a:r>
              <a:rPr lang="es-ES" sz="2400" b="1" dirty="0">
                <a:latin typeface="Raleway Bold" panose="020B0604020202020204" charset="0"/>
              </a:rPr>
              <a:t> </a:t>
            </a:r>
            <a:r>
              <a:rPr lang="es-ES" sz="2400" b="1" dirty="0" err="1">
                <a:latin typeface="Raleway Bold" panose="020B0604020202020204" charset="0"/>
              </a:rPr>
              <a:t>Educator</a:t>
            </a:r>
            <a:r>
              <a:rPr lang="es-ES" sz="2400" b="1" dirty="0">
                <a:latin typeface="Raleway Bold" panose="020B0604020202020204" charset="0"/>
              </a:rPr>
              <a:t> in 2026 and </a:t>
            </a:r>
            <a:r>
              <a:rPr lang="es-ES" sz="2400" b="1" dirty="0" err="1">
                <a:latin typeface="Raleway Bold" panose="020B0604020202020204" charset="0"/>
              </a:rPr>
              <a:t>beyond</a:t>
            </a:r>
            <a:endParaRPr lang="es-ES" sz="2400" b="1" dirty="0">
              <a:latin typeface="Raleway Bold" panose="020B0604020202020204" charset="0"/>
            </a:endParaRPr>
          </a:p>
          <a:p>
            <a:pPr marL="0" indent="0" algn="ctr">
              <a:buNone/>
            </a:pPr>
            <a:endParaRPr lang="es-ES" sz="2400" b="1" dirty="0">
              <a:latin typeface="Raleway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34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FF9A-7EFC-4F7F-9D62-BBD70781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GB"/>
              <a:t>A little bit about you…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39B7F-FCDC-4842-A49D-29D4AF6B8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1234898"/>
          </a:xfrm>
        </p:spPr>
        <p:txBody>
          <a:bodyPr>
            <a:normAutofit/>
          </a:bodyPr>
          <a:lstStyle/>
          <a:p>
            <a:r>
              <a:rPr lang="en-GB" sz="2000" dirty="0"/>
              <a:t>Name and where you are from…</a:t>
            </a:r>
          </a:p>
          <a:p>
            <a:r>
              <a:rPr lang="en-GB" sz="2000" dirty="0"/>
              <a:t>What do you bring today?</a:t>
            </a:r>
          </a:p>
          <a:p>
            <a:pPr marL="0" indent="0">
              <a:buNone/>
            </a:pPr>
            <a:r>
              <a:rPr lang="en-GB" sz="2000" dirty="0"/>
              <a:t>(One phrase, please…)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359D9-B072-2371-CE74-DC275AFB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367" y="5724367"/>
            <a:ext cx="1314633" cy="1133633"/>
          </a:xfrm>
          <a:prstGeom prst="rect">
            <a:avLst/>
          </a:prstGeom>
        </p:spPr>
      </p:pic>
      <p:pic>
        <p:nvPicPr>
          <p:cNvPr id="1026" name="Picture 2" descr="VisitMadrid | VisitMadrid">
            <a:extLst>
              <a:ext uri="{FF2B5EF4-FFF2-40B4-BE49-F238E27FC236}">
                <a16:creationId xmlns:a16="http://schemas.microsoft.com/office/drawing/2014/main" id="{52A75163-2974-9E57-42DC-50D751825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29" y="307194"/>
            <a:ext cx="5994809" cy="575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50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81000"/>
            <a:ext cx="6096000" cy="609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1625600" y="1443751"/>
            <a:ext cx="4680520" cy="757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Raleway Bold" panose="020B0604020202020204" charset="0"/>
              </a:rPr>
              <a:t>Draw a blank clock in your notebook.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9936" y="3050435"/>
            <a:ext cx="4680520" cy="7571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Raleway Bold" panose="020B0604020202020204" charset="0"/>
              </a:rPr>
              <a:t>Now find a date for every hour on the clock.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6256" y="4316761"/>
            <a:ext cx="4680520" cy="7571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Raleway Bold" panose="020B0604020202020204" charset="0"/>
              </a:rPr>
              <a:t>Try not to repeat partners </a:t>
            </a:r>
            <a:r>
              <a:rPr lang="es-ES" sz="2400" dirty="0">
                <a:latin typeface="Raleway Bold" panose="020B0604020202020204" charset="0"/>
              </a:rPr>
              <a:t>(</a:t>
            </a:r>
            <a:r>
              <a:rPr lang="en-GB" sz="2400" dirty="0">
                <a:latin typeface="Raleway Bold" panose="020B0604020202020204" charset="0"/>
              </a:rPr>
              <a:t>but if necessary you can)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800" y="5719871"/>
            <a:ext cx="4680520" cy="757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Raleway Bold" panose="020B0604020202020204" charset="0"/>
              </a:rPr>
              <a:t>Now sit down and wait for instruction.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C5EE7A-BCCF-469F-897C-BF6D67ED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45662"/>
            <a:ext cx="9582850" cy="921294"/>
          </a:xfrm>
        </p:spPr>
        <p:txBody>
          <a:bodyPr/>
          <a:lstStyle/>
          <a:p>
            <a:pPr algn="l"/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</a:t>
            </a:r>
          </a:p>
        </p:txBody>
      </p:sp>
    </p:spTree>
    <p:extLst>
      <p:ext uri="{BB962C8B-B14F-4D97-AF65-F5344CB8AC3E}">
        <p14:creationId xmlns:p14="http://schemas.microsoft.com/office/powerpoint/2010/main" val="101199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6E0AC-ADB1-4CFF-A31F-95CBE7E87AED}"/>
              </a:ext>
            </a:extLst>
          </p:cNvPr>
          <p:cNvSpPr txBox="1"/>
          <p:nvPr/>
        </p:nvSpPr>
        <p:spPr>
          <a:xfrm>
            <a:off x="2256234" y="1901801"/>
            <a:ext cx="7619494" cy="34052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72" hangingPunct="0"/>
            <a:r>
              <a:rPr lang="en-IE" sz="3094" b="1" dirty="0"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Are you free at 1 o’clock?</a:t>
            </a:r>
          </a:p>
          <a:p>
            <a:pPr defTabSz="410772" hangingPunct="0"/>
            <a:endParaRPr lang="en-IE" sz="3094" b="1" dirty="0">
              <a:latin typeface="Raleway Bold" panose="020B0604020202020204" charset="0"/>
              <a:cs typeface="Arial" panose="020B0604020202020204" pitchFamily="34" charset="0"/>
            </a:endParaRPr>
          </a:p>
          <a:p>
            <a:pPr defTabSz="410772" hangingPunct="0"/>
            <a:r>
              <a:rPr lang="en-IE" sz="3094" b="1" dirty="0"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Can we meet at 1 o’ clock?</a:t>
            </a:r>
          </a:p>
          <a:p>
            <a:pPr defTabSz="410772" hangingPunct="0"/>
            <a:endParaRPr lang="en-IE" sz="3094" b="1" dirty="0">
              <a:latin typeface="Raleway Bold" panose="020B0604020202020204" charset="0"/>
              <a:cs typeface="Arial" panose="020B0604020202020204" pitchFamily="34" charset="0"/>
            </a:endParaRPr>
          </a:p>
          <a:p>
            <a:pPr defTabSz="410772" hangingPunct="0"/>
            <a:r>
              <a:rPr lang="en-IE" sz="3094" b="1" dirty="0"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When are you free?</a:t>
            </a:r>
          </a:p>
          <a:p>
            <a:pPr defTabSz="410772" hangingPunct="0"/>
            <a:endParaRPr lang="en-IE" sz="3094" b="1" dirty="0">
              <a:latin typeface="Raleway Bold" panose="020B0604020202020204" charset="0"/>
              <a:cs typeface="Arial" panose="020B0604020202020204" pitchFamily="34" charset="0"/>
            </a:endParaRPr>
          </a:p>
          <a:p>
            <a:pPr defTabSz="410772" hangingPunct="0"/>
            <a:r>
              <a:rPr lang="en-IE" sz="3094" b="1" dirty="0"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Do you have any hou</a:t>
            </a:r>
            <a:r>
              <a:rPr lang="en-IE" sz="3094" b="1" dirty="0">
                <a:latin typeface="Raleway Bold" panose="020B0604020202020204" charset="0"/>
                <a:cs typeface="Arial" panose="020B0604020202020204" pitchFamily="34" charset="0"/>
              </a:rPr>
              <a:t>r free?</a:t>
            </a:r>
            <a:endParaRPr lang="en-IE" sz="3094" b="1" dirty="0">
              <a:latin typeface="Raleway Bold" panose="020B0604020202020204" charset="0"/>
              <a:cs typeface="Arial" panose="020B0604020202020204" pitchFamily="34" charset="0"/>
              <a:sym typeface="Helvetica Neue Bold Condensed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518035-08CA-4590-9E8B-A11868232F52}"/>
              </a:ext>
            </a:extLst>
          </p:cNvPr>
          <p:cNvSpPr txBox="1">
            <a:spLocks/>
          </p:cNvSpPr>
          <p:nvPr/>
        </p:nvSpPr>
        <p:spPr>
          <a:xfrm>
            <a:off x="1219200" y="431800"/>
            <a:ext cx="8174242" cy="92129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 Bold" panose="020B0604020202020204" charset="0"/>
                <a:ea typeface="+mj-ea"/>
                <a:cs typeface="+mj-cs"/>
              </a:defRPr>
            </a:lvl1pPr>
          </a:lstStyle>
          <a:p>
            <a:r>
              <a:rPr lang="en-IE" sz="36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</a:t>
            </a:r>
            <a:endParaRPr lang="en-IE" sz="3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694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6E0AC-ADB1-4CFF-A31F-95CBE7E87AED}"/>
              </a:ext>
            </a:extLst>
          </p:cNvPr>
          <p:cNvSpPr txBox="1"/>
          <p:nvPr/>
        </p:nvSpPr>
        <p:spPr>
          <a:xfrm>
            <a:off x="2256234" y="1901801"/>
            <a:ext cx="7619494" cy="34052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72" hangingPunct="0">
              <a:defRPr/>
            </a:pPr>
            <a:r>
              <a:rPr lang="en-IE" sz="3094" b="1" dirty="0">
                <a:solidFill>
                  <a:prstClr val="black"/>
                </a:solidFill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Are you free at 1 o’clock?</a:t>
            </a:r>
          </a:p>
          <a:p>
            <a:pPr defTabSz="410772" hangingPunct="0">
              <a:defRPr/>
            </a:pPr>
            <a:endParaRPr lang="en-IE" sz="3094" b="1" dirty="0">
              <a:solidFill>
                <a:prstClr val="black"/>
              </a:solidFill>
              <a:latin typeface="Raleway Bold" panose="020B0604020202020204" charset="0"/>
              <a:cs typeface="Arial" panose="020B0604020202020204" pitchFamily="34" charset="0"/>
            </a:endParaRPr>
          </a:p>
          <a:p>
            <a:pPr defTabSz="410772" hangingPunct="0">
              <a:defRPr/>
            </a:pPr>
            <a:r>
              <a:rPr lang="en-IE" sz="3094" b="1" dirty="0">
                <a:solidFill>
                  <a:prstClr val="black"/>
                </a:solidFill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Can we meet at 1 o’ clock?</a:t>
            </a:r>
          </a:p>
          <a:p>
            <a:pPr defTabSz="410772" hangingPunct="0">
              <a:defRPr/>
            </a:pPr>
            <a:endParaRPr lang="en-IE" sz="3094" b="1" dirty="0">
              <a:solidFill>
                <a:prstClr val="black"/>
              </a:solidFill>
              <a:latin typeface="Raleway Bold" panose="020B0604020202020204" charset="0"/>
              <a:cs typeface="Arial" panose="020B0604020202020204" pitchFamily="34" charset="0"/>
            </a:endParaRPr>
          </a:p>
          <a:p>
            <a:pPr defTabSz="410772" hangingPunct="0">
              <a:defRPr/>
            </a:pPr>
            <a:r>
              <a:rPr lang="en-IE" sz="3094" b="1" dirty="0">
                <a:solidFill>
                  <a:prstClr val="black"/>
                </a:solidFill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When are you free?</a:t>
            </a:r>
          </a:p>
          <a:p>
            <a:pPr defTabSz="410772" hangingPunct="0">
              <a:defRPr/>
            </a:pPr>
            <a:endParaRPr lang="en-IE" sz="3094" b="1" dirty="0">
              <a:solidFill>
                <a:prstClr val="black"/>
              </a:solidFill>
              <a:latin typeface="Raleway Bold" panose="020B0604020202020204" charset="0"/>
              <a:cs typeface="Arial" panose="020B0604020202020204" pitchFamily="34" charset="0"/>
            </a:endParaRPr>
          </a:p>
          <a:p>
            <a:pPr defTabSz="410772" hangingPunct="0">
              <a:defRPr/>
            </a:pPr>
            <a:r>
              <a:rPr lang="en-IE" sz="3094" b="1" dirty="0">
                <a:solidFill>
                  <a:prstClr val="black"/>
                </a:solidFill>
                <a:latin typeface="Raleway Bold" panose="020B0604020202020204" charset="0"/>
                <a:cs typeface="Arial" panose="020B0604020202020204" pitchFamily="34" charset="0"/>
                <a:sym typeface="Helvetica Neue Bold Condensed"/>
              </a:rPr>
              <a:t>Do you have any hou</a:t>
            </a:r>
            <a:r>
              <a:rPr lang="en-IE" sz="3094" b="1" dirty="0">
                <a:solidFill>
                  <a:prstClr val="black"/>
                </a:solidFill>
                <a:latin typeface="Raleway Bold" panose="020B0604020202020204" charset="0"/>
                <a:cs typeface="Arial" panose="020B0604020202020204" pitchFamily="34" charset="0"/>
              </a:rPr>
              <a:t>r free?</a:t>
            </a:r>
            <a:endParaRPr lang="en-IE" sz="3094" b="1" dirty="0">
              <a:solidFill>
                <a:prstClr val="black"/>
              </a:solidFill>
              <a:latin typeface="Raleway Bold" panose="020B0604020202020204" charset="0"/>
              <a:cs typeface="Arial" panose="020B0604020202020204" pitchFamily="34" charset="0"/>
              <a:sym typeface="Helvetica Neue Bold Condensed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518035-08CA-4590-9E8B-A11868232F52}"/>
              </a:ext>
            </a:extLst>
          </p:cNvPr>
          <p:cNvSpPr txBox="1">
            <a:spLocks/>
          </p:cNvSpPr>
          <p:nvPr/>
        </p:nvSpPr>
        <p:spPr>
          <a:xfrm>
            <a:off x="1219200" y="431800"/>
            <a:ext cx="8174242" cy="92129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 Bold" panose="020B0604020202020204" charset="0"/>
                <a:ea typeface="+mj-ea"/>
                <a:cs typeface="+mj-cs"/>
              </a:defRPr>
            </a:lvl1pPr>
          </a:lstStyle>
          <a:p>
            <a:pPr defTabSz="609615">
              <a:defRPr/>
            </a:pPr>
            <a:r>
              <a:rPr lang="en-IE" sz="3600" b="1">
                <a:solidFill>
                  <a:srgbClr val="F7964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</a:t>
            </a:r>
            <a:endParaRPr lang="en-IE" sz="3600" b="1" dirty="0">
              <a:solidFill>
                <a:srgbClr val="F79646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175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3759200" y="1854200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1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1132765" y="3075057"/>
            <a:ext cx="101812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How many years have you been teaching?</a:t>
            </a:r>
          </a:p>
        </p:txBody>
      </p:sp>
    </p:spTree>
    <p:extLst>
      <p:ext uri="{BB962C8B-B14F-4D97-AF65-F5344CB8AC3E}">
        <p14:creationId xmlns:p14="http://schemas.microsoft.com/office/powerpoint/2010/main" val="34317939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114042" y="1854200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2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811371" y="3168044"/>
            <a:ext cx="110196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What made you participate in an Erasmus</a:t>
            </a:r>
            <a:r>
              <a:rPr lang="es-ES" sz="4000" dirty="0">
                <a:solidFill>
                  <a:prstClr val="black"/>
                </a:solidFill>
                <a:latin typeface="Raleway Bold" panose="020B0604020202020204" charset="0"/>
              </a:rPr>
              <a:t>+ Project?</a:t>
            </a:r>
            <a:endParaRPr lang="en-IE" sz="4000" dirty="0">
              <a:solidFill>
                <a:prstClr val="black"/>
              </a:solidFill>
              <a:latin typeface="Raleway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9822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3759200" y="1854200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3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1166504" y="3168044"/>
            <a:ext cx="98589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  <a:sym typeface="Helvetica Neue Bold Condensed"/>
              </a:rPr>
              <a:t>What subject do you teach and what level?</a:t>
            </a:r>
          </a:p>
        </p:txBody>
      </p:sp>
    </p:spTree>
    <p:extLst>
      <p:ext uri="{BB962C8B-B14F-4D97-AF65-F5344CB8AC3E}">
        <p14:creationId xmlns:p14="http://schemas.microsoft.com/office/powerpoint/2010/main" val="31710218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250520" y="1854200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4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631763" y="3156160"/>
            <a:ext cx="115602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How would you describe your teaching method?</a:t>
            </a:r>
          </a:p>
        </p:txBody>
      </p:sp>
    </p:spTree>
    <p:extLst>
      <p:ext uri="{BB962C8B-B14F-4D97-AF65-F5344CB8AC3E}">
        <p14:creationId xmlns:p14="http://schemas.microsoft.com/office/powerpoint/2010/main" val="3185505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1" y="404665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241800" y="1846893"/>
            <a:ext cx="34036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5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2184400" y="3137267"/>
            <a:ext cx="751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Do your students use digital devices in the classroom?</a:t>
            </a:r>
          </a:p>
        </p:txBody>
      </p:sp>
    </p:spTree>
    <p:extLst>
      <p:ext uri="{BB962C8B-B14F-4D97-AF65-F5344CB8AC3E}">
        <p14:creationId xmlns:p14="http://schemas.microsoft.com/office/powerpoint/2010/main" val="9036666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3911600" y="1854200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6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1577833" y="3168044"/>
            <a:ext cx="83834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Does your school encourage you to use any particular methodology? </a:t>
            </a:r>
          </a:p>
        </p:txBody>
      </p:sp>
    </p:spTree>
    <p:extLst>
      <p:ext uri="{BB962C8B-B14F-4D97-AF65-F5344CB8AC3E}">
        <p14:creationId xmlns:p14="http://schemas.microsoft.com/office/powerpoint/2010/main" val="6571257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368800" y="1838812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7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2336800" y="3137268"/>
            <a:ext cx="751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GB" sz="4000" dirty="0">
                <a:solidFill>
                  <a:prstClr val="black"/>
                </a:solidFill>
                <a:latin typeface="Raleway Bold" panose="020B0604020202020204" charset="0"/>
              </a:rPr>
              <a:t>How do you feel about exams? </a:t>
            </a:r>
          </a:p>
        </p:txBody>
      </p:sp>
    </p:spTree>
    <p:extLst>
      <p:ext uri="{BB962C8B-B14F-4D97-AF65-F5344CB8AC3E}">
        <p14:creationId xmlns:p14="http://schemas.microsoft.com/office/powerpoint/2010/main" val="2625489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114800" y="1838812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8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1854200" y="3137268"/>
            <a:ext cx="797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What kind of learner are you / were you when you were a student? </a:t>
            </a:r>
          </a:p>
        </p:txBody>
      </p:sp>
    </p:spTree>
    <p:extLst>
      <p:ext uri="{BB962C8B-B14F-4D97-AF65-F5344CB8AC3E}">
        <p14:creationId xmlns:p14="http://schemas.microsoft.com/office/powerpoint/2010/main" val="19731590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468883" y="1797869"/>
            <a:ext cx="345440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9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1752979" y="3055382"/>
            <a:ext cx="80734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What is the one big change you would like to make in your teaching? </a:t>
            </a:r>
          </a:p>
        </p:txBody>
      </p:sp>
    </p:spTree>
    <p:extLst>
      <p:ext uri="{BB962C8B-B14F-4D97-AF65-F5344CB8AC3E}">
        <p14:creationId xmlns:p14="http://schemas.microsoft.com/office/powerpoint/2010/main" val="36258074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5201" y="436991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4028165" y="1831460"/>
            <a:ext cx="383087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10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2184400" y="3074076"/>
            <a:ext cx="751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Name some methodologies or approaches to teaching. </a:t>
            </a:r>
            <a:endParaRPr lang="en-GB" sz="4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3279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3916907" y="1838811"/>
            <a:ext cx="4026090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11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968992" y="3137266"/>
            <a:ext cx="107453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What are your students’ biggest challenges?</a:t>
            </a:r>
          </a:p>
        </p:txBody>
      </p:sp>
    </p:spTree>
    <p:extLst>
      <p:ext uri="{BB962C8B-B14F-4D97-AF65-F5344CB8AC3E}">
        <p14:creationId xmlns:p14="http://schemas.microsoft.com/office/powerpoint/2010/main" val="33888065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1371" y="388502"/>
            <a:ext cx="9654859" cy="921295"/>
          </a:xfrm>
        </p:spPr>
        <p:txBody>
          <a:bodyPr/>
          <a:lstStyle/>
          <a:p>
            <a:r>
              <a:rPr lang="en-IE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have a date!!</a:t>
            </a:r>
            <a:r>
              <a:rPr lang="en-IE" dirty="0"/>
              <a:t>	</a:t>
            </a: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4C08-3371-4E28-842F-A7E914A9743C}"/>
              </a:ext>
            </a:extLst>
          </p:cNvPr>
          <p:cNvSpPr txBox="1"/>
          <p:nvPr/>
        </p:nvSpPr>
        <p:spPr>
          <a:xfrm>
            <a:off x="3853975" y="1936087"/>
            <a:ext cx="3897953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>
              <a:defRPr/>
            </a:pPr>
            <a:r>
              <a:rPr lang="en-GB" sz="4400" b="1" dirty="0">
                <a:solidFill>
                  <a:prstClr val="black"/>
                </a:solidFill>
                <a:latin typeface="Calibri"/>
              </a:rPr>
              <a:t>It</a:t>
            </a:r>
            <a:r>
              <a:rPr lang="es-ES" sz="4400" b="1" dirty="0">
                <a:solidFill>
                  <a:prstClr val="black"/>
                </a:solidFill>
                <a:latin typeface="Calibri"/>
              </a:rPr>
              <a:t>’s 12 o´clock. </a:t>
            </a:r>
            <a:endParaRPr lang="en-GB" sz="4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1AD7-6316-480A-B8C9-E942B89C3041}"/>
              </a:ext>
            </a:extLst>
          </p:cNvPr>
          <p:cNvSpPr txBox="1"/>
          <p:nvPr/>
        </p:nvSpPr>
        <p:spPr>
          <a:xfrm>
            <a:off x="1501254" y="3798530"/>
            <a:ext cx="109591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73848" hangingPunct="0">
              <a:defRPr/>
            </a:pPr>
            <a:r>
              <a:rPr lang="en-IE" sz="4000" dirty="0">
                <a:solidFill>
                  <a:prstClr val="black"/>
                </a:solidFill>
                <a:latin typeface="Raleway Bold" panose="020B0604020202020204" charset="0"/>
              </a:rPr>
              <a:t>What are your biggest challenges as a teacher?</a:t>
            </a:r>
          </a:p>
        </p:txBody>
      </p:sp>
    </p:spTree>
    <p:extLst>
      <p:ext uri="{BB962C8B-B14F-4D97-AF65-F5344CB8AC3E}">
        <p14:creationId xmlns:p14="http://schemas.microsoft.com/office/powerpoint/2010/main" val="27006267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6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2069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0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72" name="Group 2071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80" name="Freeform: Shape 2072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81" name="Freeform: Shape 207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568E6D20-57D6-1179-C674-5378B933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Freewrite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1E537CA-2693-7070-F403-D87710828EF8}"/>
              </a:ext>
            </a:extLst>
          </p:cNvPr>
          <p:cNvSpPr txBox="1">
            <a:spLocks/>
          </p:cNvSpPr>
          <p:nvPr/>
        </p:nvSpPr>
        <p:spPr>
          <a:xfrm>
            <a:off x="4031343" y="5125707"/>
            <a:ext cx="9144000" cy="42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</a:pPr>
            <a:endParaRPr lang="en-US" sz="2000" dirty="0">
              <a:solidFill>
                <a:srgbClr val="F1A12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CBA3EE-AD65-50F4-D153-A1077E64D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367" y="5711438"/>
            <a:ext cx="1314633" cy="1133633"/>
          </a:xfrm>
          <a:prstGeom prst="rect">
            <a:avLst/>
          </a:prstGeom>
        </p:spPr>
      </p:pic>
      <p:pic>
        <p:nvPicPr>
          <p:cNvPr id="3" name="Graphic 2" descr="Signature outline">
            <a:extLst>
              <a:ext uri="{FF2B5EF4-FFF2-40B4-BE49-F238E27FC236}">
                <a16:creationId xmlns:a16="http://schemas.microsoft.com/office/drawing/2014/main" id="{B39088C9-4057-73FD-9DEB-C57B48666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0440" y="3223032"/>
            <a:ext cx="2855822" cy="285582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04D4FA-0CC0-12FB-FE6C-ED17E940327E}"/>
              </a:ext>
            </a:extLst>
          </p:cNvPr>
          <p:cNvSpPr txBox="1">
            <a:spLocks/>
          </p:cNvSpPr>
          <p:nvPr/>
        </p:nvSpPr>
        <p:spPr>
          <a:xfrm>
            <a:off x="786384" y="3588282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i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do you want to get out of this week? </a:t>
            </a:r>
          </a:p>
          <a:p>
            <a:pPr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do you hope to take back to your classroom and students?</a:t>
            </a:r>
          </a:p>
          <a:p>
            <a:pPr>
              <a:spcBef>
                <a:spcPts val="1000"/>
              </a:spcBef>
            </a:pPr>
            <a:endParaRPr lang="en-US" sz="2800" i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i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52F3-35E9-7D00-8CA2-EB1B13D4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4BE875-2B22-43DE-64A7-CA6666482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647918" cy="1285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E209E9-FFB9-D2E0-C8DF-CC381ACA9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559432"/>
            <a:ext cx="3024336" cy="6878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1122A9-FB51-D250-AAEB-58A2F8D83FA1}"/>
              </a:ext>
            </a:extLst>
          </p:cNvPr>
          <p:cNvSpPr txBox="1">
            <a:spLocks/>
          </p:cNvSpPr>
          <p:nvPr/>
        </p:nvSpPr>
        <p:spPr>
          <a:xfrm>
            <a:off x="2711335" y="1546024"/>
            <a:ext cx="6502400" cy="203200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Raleway Bold" panose="020B0604020202020204" charset="0"/>
                <a:ea typeface="+mj-ea"/>
                <a:cs typeface="+mj-cs"/>
              </a:defRPr>
            </a:lvl1pPr>
          </a:lstStyle>
          <a:p>
            <a:r>
              <a:rPr lang="es-ES" sz="4000" b="1" dirty="0"/>
              <a:t>Innovative </a:t>
            </a:r>
            <a:r>
              <a:rPr lang="es-ES" sz="4000" b="1" dirty="0" err="1"/>
              <a:t>Methodologies</a:t>
            </a:r>
            <a:r>
              <a:rPr lang="es-ES" sz="4000" b="1" dirty="0"/>
              <a:t> </a:t>
            </a:r>
            <a:r>
              <a:rPr lang="es-ES" sz="4000" b="1" dirty="0" err="1"/>
              <a:t>for</a:t>
            </a:r>
            <a:r>
              <a:rPr lang="es-ES" sz="4000" b="1" dirty="0"/>
              <a:t> </a:t>
            </a:r>
            <a:r>
              <a:rPr lang="es-ES" sz="4000" b="1" dirty="0" err="1"/>
              <a:t>Teaching</a:t>
            </a:r>
            <a:r>
              <a:rPr lang="es-ES" sz="4000" b="1" dirty="0"/>
              <a:t> and </a:t>
            </a:r>
            <a:r>
              <a:rPr lang="es-ES" sz="4000" b="1" dirty="0" err="1"/>
              <a:t>Learning</a:t>
            </a:r>
            <a:endParaRPr lang="en-GB" sz="40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7945CC7-07F9-1931-C135-A5B921E149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11335" y="4023250"/>
            <a:ext cx="6502400" cy="521456"/>
          </a:xfrm>
          <a:prstGeom prst="rect">
            <a:avLst/>
          </a:prstGeom>
        </p:spPr>
        <p:txBody>
          <a:bodyPr>
            <a:normAutofit/>
          </a:bodyPr>
          <a:lstStyle>
            <a:lvl1pPr marL="342891" indent="-342891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Raleway Bold" panose="020B0604020202020204" charset="0"/>
              </a:rPr>
              <a:t>21st Century </a:t>
            </a:r>
            <a:r>
              <a:rPr lang="es-ES" sz="2400" b="1" dirty="0" err="1">
                <a:latin typeface="Raleway Bold" panose="020B0604020202020204" charset="0"/>
              </a:rPr>
              <a:t>Skills</a:t>
            </a:r>
            <a:endParaRPr lang="es-ES" sz="2400" b="1" dirty="0">
              <a:latin typeface="Raleway Bold" panose="020B0604020202020204" charset="0"/>
            </a:endParaRPr>
          </a:p>
          <a:p>
            <a:pPr marL="0" indent="0" algn="ctr">
              <a:buNone/>
            </a:pPr>
            <a:endParaRPr lang="es-ES" sz="2400" b="1" dirty="0">
              <a:latin typeface="Raleway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9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DE75-623A-495E-BE28-D3F4D759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21</a:t>
            </a:r>
            <a:r>
              <a:rPr lang="en-GB" baseline="30000" dirty="0"/>
              <a:t>st</a:t>
            </a:r>
            <a:r>
              <a:rPr lang="en-GB" dirty="0"/>
              <a:t> Century Learning Skills are grouped as follows: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E80D8A-B85C-445C-8981-C55578467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007464"/>
              </p:ext>
            </p:extLst>
          </p:nvPr>
        </p:nvGraphicFramePr>
        <p:xfrm>
          <a:off x="1589562" y="1551113"/>
          <a:ext cx="8127999" cy="57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274449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945874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25306219"/>
                    </a:ext>
                  </a:extLst>
                </a:gridCol>
              </a:tblGrid>
              <a:tr h="573404">
                <a:tc>
                  <a:txBody>
                    <a:bodyPr/>
                    <a:lstStyle/>
                    <a:p>
                      <a:r>
                        <a:rPr lang="en-GB" sz="3200" dirty="0"/>
                        <a:t>Learning Skills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Literacy Skills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Life Skills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182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3C20D34-F325-415B-AE1F-0EA00B27B302}"/>
              </a:ext>
            </a:extLst>
          </p:cNvPr>
          <p:cNvSpPr txBox="1">
            <a:spLocks/>
          </p:cNvSpPr>
          <p:nvPr/>
        </p:nvSpPr>
        <p:spPr>
          <a:xfrm>
            <a:off x="0" y="2653439"/>
            <a:ext cx="10515600" cy="1325563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Can you give some examples?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Who is responsible for teaching students these skills?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40ED9-A4D7-D5A4-462B-07CE761DD278}"/>
              </a:ext>
            </a:extLst>
          </p:cNvPr>
          <p:cNvSpPr txBox="1"/>
          <p:nvPr/>
        </p:nvSpPr>
        <p:spPr>
          <a:xfrm>
            <a:off x="2275514" y="5261598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/>
              <a:t>Think-Pair-Share</a:t>
            </a:r>
          </a:p>
        </p:txBody>
      </p:sp>
      <p:pic>
        <p:nvPicPr>
          <p:cNvPr id="8" name="Picture 7" descr="Nobles Clipart">
            <a:extLst>
              <a:ext uri="{FF2B5EF4-FFF2-40B4-BE49-F238E27FC236}">
                <a16:creationId xmlns:a16="http://schemas.microsoft.com/office/drawing/2014/main" id="{E55F189E-7B31-024E-A93E-67ED0CC71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75402" y="4479142"/>
            <a:ext cx="2347916" cy="209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13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DC31E-64A6-C734-6021-163A86CB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The four Cs of Learning Skills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D34075-5F9E-EC52-B1D7-21501517F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32146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9C25F9-2799-8C81-34E2-F4FB58C7958C}"/>
              </a:ext>
            </a:extLst>
          </p:cNvPr>
          <p:cNvSpPr/>
          <p:nvPr/>
        </p:nvSpPr>
        <p:spPr>
          <a:xfrm>
            <a:off x="4491789" y="561474"/>
            <a:ext cx="7080096" cy="5582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These are thought to make the biggest impact in terms of setting your students apart when applying for and starting their careers</a:t>
            </a:r>
          </a:p>
        </p:txBody>
      </p:sp>
    </p:spTree>
    <p:extLst>
      <p:ext uri="{BB962C8B-B14F-4D97-AF65-F5344CB8AC3E}">
        <p14:creationId xmlns:p14="http://schemas.microsoft.com/office/powerpoint/2010/main" val="332907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25B5-6083-3850-6E1F-043F6FAC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Critical thinking, Collaboration, Creativity,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582E9-91CC-760A-87F0-9FE378E2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89B09-E742-6EDB-CCC7-2854F50F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90" y="4617720"/>
            <a:ext cx="5390873" cy="1559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761FB-227B-22F8-3EA4-7182A5F10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90" y="2850477"/>
            <a:ext cx="5390873" cy="1133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9DC68C-BB43-BC94-DC3C-F58D5E5EA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643" y="2480439"/>
            <a:ext cx="5641767" cy="18971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436F71-3231-AEBD-FC34-29A300E8A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072" y="4907280"/>
            <a:ext cx="5773291" cy="129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84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2A191-CC3F-6A7A-D47A-ED8C5231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B74BAD7-F0FC-4719-A31F-1ABDB621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1AC02-0921-6C76-4F12-EEF8FFDF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6596455" cy="1322888"/>
          </a:xfrm>
        </p:spPr>
        <p:txBody>
          <a:bodyPr>
            <a:normAutofit/>
          </a:bodyPr>
          <a:lstStyle/>
          <a:p>
            <a:r>
              <a:rPr lang="en-GB"/>
              <a:t>The four 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47E8DA-0B24-ABBC-CE8E-B9DFBBB1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102" y="4148393"/>
            <a:ext cx="3135977" cy="10583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ECA145-49D6-0FB0-255E-BC24A6F5D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989" y="1932486"/>
            <a:ext cx="3740936" cy="10820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969096-D8D1-7445-6B7A-B7B08BCCF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989" y="5349296"/>
            <a:ext cx="3348402" cy="753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78534-B1EE-24C0-F67C-69580A952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103" y="3157017"/>
            <a:ext cx="4042219" cy="84886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46AE94-65B0-B883-1338-74C9BAE55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352601"/>
              </p:ext>
            </p:extLst>
          </p:nvPr>
        </p:nvGraphicFramePr>
        <p:xfrm>
          <a:off x="1137034" y="2194101"/>
          <a:ext cx="6433805" cy="3908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9" name="Cloud 18">
            <a:extLst>
              <a:ext uri="{FF2B5EF4-FFF2-40B4-BE49-F238E27FC236}">
                <a16:creationId xmlns:a16="http://schemas.microsoft.com/office/drawing/2014/main" id="{09F8915B-11FF-4746-F593-4D630F225051}"/>
              </a:ext>
            </a:extLst>
          </p:cNvPr>
          <p:cNvSpPr/>
          <p:nvPr/>
        </p:nvSpPr>
        <p:spPr>
          <a:xfrm>
            <a:off x="5151120" y="335280"/>
            <a:ext cx="5903846" cy="367060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Which skills have we already practised today?</a:t>
            </a:r>
          </a:p>
        </p:txBody>
      </p:sp>
    </p:spTree>
    <p:extLst>
      <p:ext uri="{BB962C8B-B14F-4D97-AF65-F5344CB8AC3E}">
        <p14:creationId xmlns:p14="http://schemas.microsoft.com/office/powerpoint/2010/main" val="212770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4EEC-D4AA-4043-A597-B4BC8D4F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Literacy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50454-760E-3D95-35A7-083ECF57C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Information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Media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Technology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4121B-1228-6B98-227F-973FE2B4A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101" y="697053"/>
            <a:ext cx="3780952" cy="22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A2C05B-F2CA-3F7D-7179-2FCF8120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910" y="3048913"/>
            <a:ext cx="3733333" cy="1904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8B52C1-C397-094E-2346-738BC5561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102" y="5048392"/>
            <a:ext cx="3919582" cy="189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3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36F6-E69D-99F4-F712-BFDF600A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Technology and digital literacy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E68E9-E83E-9946-4C4A-BDE477A5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884" y="1825625"/>
            <a:ext cx="6444916" cy="4351338"/>
          </a:xfrm>
        </p:spPr>
        <p:txBody>
          <a:bodyPr/>
          <a:lstStyle/>
          <a:p>
            <a:r>
              <a:rPr lang="en-GB" dirty="0"/>
              <a:t>In many countries this is now a required part of the curriculum</a:t>
            </a:r>
          </a:p>
          <a:p>
            <a:r>
              <a:rPr lang="en-GB" dirty="0"/>
              <a:t>Spain, LOMLOE, 2020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F0C2A-FEAD-A54D-C9B6-79176F27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9" y="1667669"/>
            <a:ext cx="4667250" cy="466725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94097C12-91FA-7022-5C4F-67B3035B9B63}"/>
              </a:ext>
            </a:extLst>
          </p:cNvPr>
          <p:cNvSpPr/>
          <p:nvPr/>
        </p:nvSpPr>
        <p:spPr>
          <a:xfrm rot="12786387">
            <a:off x="862263" y="3718592"/>
            <a:ext cx="978569" cy="15388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017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7D8F-D378-8F05-FA28-62B47019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C794C-0B82-4625-DDEE-8A080543A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0916" cy="4667250"/>
          </a:xfrm>
        </p:spPr>
        <p:txBody>
          <a:bodyPr/>
          <a:lstStyle/>
          <a:p>
            <a:r>
              <a:rPr lang="en-GB" dirty="0"/>
              <a:t>Many European countries include digital competence as a required part of the curriculum and utilize the European Digital Competence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BFBBC-BEB4-B0A9-CD09-247B06C4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41068"/>
            <a:ext cx="5566611" cy="5935895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178D6A31-EF7E-D415-5BE3-52F9C612FE9F}"/>
              </a:ext>
            </a:extLst>
          </p:cNvPr>
          <p:cNvSpPr/>
          <p:nvPr/>
        </p:nvSpPr>
        <p:spPr>
          <a:xfrm>
            <a:off x="838200" y="3721769"/>
            <a:ext cx="5594686" cy="290604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Is digital competence a part of the required curriculum in your country? How is it integrated into teaching in your schools?</a:t>
            </a:r>
          </a:p>
        </p:txBody>
      </p:sp>
    </p:spTree>
    <p:extLst>
      <p:ext uri="{BB962C8B-B14F-4D97-AF65-F5344CB8AC3E}">
        <p14:creationId xmlns:p14="http://schemas.microsoft.com/office/powerpoint/2010/main" val="1237619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7CBA-0762-90C1-A57C-3BB6D37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Life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9DFE-E758-1A93-9A80-E6D166A23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Flexibility</a:t>
            </a:r>
          </a:p>
          <a:p>
            <a:r>
              <a:rPr lang="en-GB" sz="4000" dirty="0"/>
              <a:t>Leadership</a:t>
            </a:r>
          </a:p>
          <a:p>
            <a:r>
              <a:rPr lang="en-GB" sz="4000" dirty="0"/>
              <a:t>Initiative</a:t>
            </a:r>
          </a:p>
          <a:p>
            <a:r>
              <a:rPr lang="en-GB" sz="4000" dirty="0"/>
              <a:t>Productivity</a:t>
            </a:r>
          </a:p>
          <a:p>
            <a:r>
              <a:rPr lang="en-GB" sz="4000" dirty="0"/>
              <a:t>Social skills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01FA18E1-7037-162C-49C6-56021EC14A46}"/>
              </a:ext>
            </a:extLst>
          </p:cNvPr>
          <p:cNvSpPr/>
          <p:nvPr/>
        </p:nvSpPr>
        <p:spPr>
          <a:xfrm>
            <a:off x="4706171" y="533035"/>
            <a:ext cx="6769768" cy="522554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What do these mean and how do young people practise and show these in a classroom?</a:t>
            </a:r>
          </a:p>
          <a:p>
            <a:pPr algn="ctr"/>
            <a:r>
              <a:rPr lang="en-GB" sz="3200" b="1" dirty="0"/>
              <a:t>Pass the Page</a:t>
            </a:r>
          </a:p>
        </p:txBody>
      </p:sp>
    </p:spTree>
    <p:extLst>
      <p:ext uri="{BB962C8B-B14F-4D97-AF65-F5344CB8AC3E}">
        <p14:creationId xmlns:p14="http://schemas.microsoft.com/office/powerpoint/2010/main" val="226698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ECB0-B2E8-8660-950B-DBE52715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FF82-A11F-D702-E560-38797D03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9336D-D5E7-96A6-9961-65031A495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63" y="4250358"/>
            <a:ext cx="5757137" cy="236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63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693C-A104-A68C-029E-F685C236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5F339-95E8-9480-9E75-84CA07034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C3BD5-BDA6-5FF5-C0C2-9844307A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60" y="4001294"/>
            <a:ext cx="5348465" cy="253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34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9E39-F8BC-F9A8-AF23-A7301096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8C8DC-8908-54EC-6011-415D9C2C4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571F7-1759-9FB5-3207-A42D35603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43" y="3098556"/>
            <a:ext cx="6874815" cy="358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9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13C4-F898-EE4F-DFB3-C9F9B0A16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5F24-0B0B-3D3C-47D0-0D22EAAAE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D85E1-60BB-30B0-0AA3-9617A2A8B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9" y="4222983"/>
            <a:ext cx="7600000" cy="2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06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B96F-92AE-93F0-A7F3-1BFB6FB9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D51E-F2F6-E12C-7320-B6A05671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429B6-4ADD-AE9C-0C49-30ADE3C29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5" y="3541992"/>
            <a:ext cx="7561905" cy="3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42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02B-9B42-D712-8CD2-CD442A30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than just theory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CE40-7462-26E7-15A1-DA4038B9F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577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A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70881" y="6109518"/>
            <a:ext cx="2735319" cy="1496965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85800" y="0"/>
            <a:ext cx="2735319" cy="2088789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98371" y="468219"/>
            <a:ext cx="10361516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8288"/>
              </a:lnSpc>
            </a:pPr>
            <a:r>
              <a:rPr lang="en-US" sz="7534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STATION ROTATION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7463" y="2000670"/>
            <a:ext cx="1157707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713"/>
              </a:lnSpc>
            </a:pPr>
            <a:r>
              <a:rPr lang="en-US" sz="2467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In this activity, you will move through a series of stations designed to help you think deeply, share ideas, and make thoughtful decisions. Each station focuses on a different way of exploring one of the 21st century skills, and you’ll have time to go through all the stations.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774" y="3899866"/>
            <a:ext cx="11263313" cy="283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Work </a:t>
            </a:r>
            <a:r>
              <a:rPr lang="en-US" sz="22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groups of 4.</a:t>
            </a:r>
            <a:endParaRPr lang="en-US" sz="2266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Spend 10–15 minutes at each station.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Follow the task card at each station carefully.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 group discussion to complete the activity—everyone should participate!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time is up, rotate to the next station as directed.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 the end, we’ll come together to reflect on what you learned at each station.</a:t>
            </a:r>
          </a:p>
          <a:p>
            <a:pPr algn="ctr" defTabSz="609630">
              <a:lnSpc>
                <a:spcPts val="3173"/>
              </a:lnSpc>
            </a:pPr>
            <a:endParaRPr lang="en-US" sz="2266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Inspirational Video- Be a Mr. Jensen- MUST WATCH!!">
            <a:hlinkClick r:id="" action="ppaction://media"/>
            <a:extLst>
              <a:ext uri="{FF2B5EF4-FFF2-40B4-BE49-F238E27FC236}">
                <a16:creationId xmlns:a16="http://schemas.microsoft.com/office/drawing/2014/main" id="{A5608212-A8DF-48AF-AAC7-5CC7E8F50C6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62526" y="576918"/>
            <a:ext cx="9737558" cy="55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9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F5A8B1-36A3-420B-A1F9-C6A91029F5F3}"/>
              </a:ext>
            </a:extLst>
          </p:cNvPr>
          <p:cNvSpPr txBox="1"/>
          <p:nvPr/>
        </p:nvSpPr>
        <p:spPr>
          <a:xfrm>
            <a:off x="3486150" y="1545711"/>
            <a:ext cx="5786438" cy="38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5D2CDAF-C011-4483-8EBD-47894083C8E1}"/>
              </a:ext>
            </a:extLst>
          </p:cNvPr>
          <p:cNvGrpSpPr/>
          <p:nvPr/>
        </p:nvGrpSpPr>
        <p:grpSpPr>
          <a:xfrm>
            <a:off x="3856406" y="2740985"/>
            <a:ext cx="6779329" cy="3787122"/>
            <a:chOff x="4598930" y="2899148"/>
            <a:chExt cx="6779329" cy="378712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F213ED6-EB27-4453-8C7C-B3FEBA47D9D4}"/>
                </a:ext>
              </a:extLst>
            </p:cNvPr>
            <p:cNvGrpSpPr/>
            <p:nvPr/>
          </p:nvGrpSpPr>
          <p:grpSpPr>
            <a:xfrm>
              <a:off x="4598930" y="2899148"/>
              <a:ext cx="4410289" cy="555999"/>
              <a:chOff x="2930151" y="1969244"/>
              <a:chExt cx="4410289" cy="555999"/>
            </a:xfrm>
          </p:grpSpPr>
          <p:pic>
            <p:nvPicPr>
              <p:cNvPr id="29" name="Graphic 28" descr="Internet with solid fill">
                <a:extLst>
                  <a:ext uri="{FF2B5EF4-FFF2-40B4-BE49-F238E27FC236}">
                    <a16:creationId xmlns:a16="http://schemas.microsoft.com/office/drawing/2014/main" id="{6367B935-67EE-426A-BB82-60E2CEB32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930151" y="1969244"/>
                <a:ext cx="555999" cy="555999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4D413C2-CD8D-4B49-9CA9-95DB5F339BCB}"/>
                  </a:ext>
                </a:extLst>
              </p:cNvPr>
              <p:cNvSpPr txBox="1"/>
              <p:nvPr/>
            </p:nvSpPr>
            <p:spPr>
              <a:xfrm>
                <a:off x="3615862" y="2089902"/>
                <a:ext cx="3724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es-ES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www.englishmatters.org</a:t>
                </a:r>
                <a:endParaRPr lang="es-ES" altLang="es-ES" kern="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B2C6341-E94D-4959-A453-AE9ED024D84C}"/>
                </a:ext>
              </a:extLst>
            </p:cNvPr>
            <p:cNvGrpSpPr/>
            <p:nvPr/>
          </p:nvGrpSpPr>
          <p:grpSpPr>
            <a:xfrm>
              <a:off x="4598930" y="3618139"/>
              <a:ext cx="4410289" cy="718826"/>
              <a:chOff x="2930150" y="2780703"/>
              <a:chExt cx="4410289" cy="71882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5D674B-869D-42F2-9B8D-211977A4E013}"/>
                  </a:ext>
                </a:extLst>
              </p:cNvPr>
              <p:cNvSpPr txBox="1"/>
              <p:nvPr/>
            </p:nvSpPr>
            <p:spPr>
              <a:xfrm>
                <a:off x="3615861" y="2853198"/>
                <a:ext cx="3724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es-ES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english@englishmatters.eu</a:t>
                </a:r>
                <a:br>
                  <a:rPr lang="en-GB" altLang="es-ES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</a:br>
                <a:endParaRPr lang="es-ES" altLang="es-ES" kern="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pic>
            <p:nvPicPr>
              <p:cNvPr id="32" name="Graphic 31" descr="Email with solid fill">
                <a:extLst>
                  <a:ext uri="{FF2B5EF4-FFF2-40B4-BE49-F238E27FC236}">
                    <a16:creationId xmlns:a16="http://schemas.microsoft.com/office/drawing/2014/main" id="{4C3A6A64-5807-4C60-B390-FF66E1CB5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30150" y="2780703"/>
                <a:ext cx="523279" cy="523279"/>
              </a:xfrm>
              <a:prstGeom prst="rect">
                <a:avLst/>
              </a:prstGeom>
            </p:spPr>
          </p:pic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146210E-F9EA-4043-B3D2-B96231037F21}"/>
                </a:ext>
              </a:extLst>
            </p:cNvPr>
            <p:cNvGrpSpPr/>
            <p:nvPr/>
          </p:nvGrpSpPr>
          <p:grpSpPr>
            <a:xfrm>
              <a:off x="4598931" y="4292599"/>
              <a:ext cx="6779328" cy="717473"/>
              <a:chOff x="3132303" y="3591520"/>
              <a:chExt cx="6779328" cy="717473"/>
            </a:xfrm>
          </p:grpSpPr>
          <p:pic>
            <p:nvPicPr>
              <p:cNvPr id="38" name="Picture 37" descr="A picture containing qr code&#10;&#10;Description automatically generated">
                <a:extLst>
                  <a:ext uri="{FF2B5EF4-FFF2-40B4-BE49-F238E27FC236}">
                    <a16:creationId xmlns:a16="http://schemas.microsoft.com/office/drawing/2014/main" id="{E183B63C-8155-4EE8-9EFD-EAA371234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32303" y="3591520"/>
                <a:ext cx="219558" cy="523331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BBA69C-81F8-4A65-9A57-169D5860DD8D}"/>
                  </a:ext>
                </a:extLst>
              </p:cNvPr>
              <p:cNvSpPr txBox="1"/>
              <p:nvPr/>
            </p:nvSpPr>
            <p:spPr>
              <a:xfrm>
                <a:off x="3818013" y="3662662"/>
                <a:ext cx="609361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es-ES" sz="1800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www.facebook.com/englishmatters.org</a:t>
                </a:r>
                <a:br>
                  <a:rPr lang="en-GB" altLang="es-ES" sz="1800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</a:br>
                <a:endParaRPr lang="es-ES" altLang="es-ES" sz="1800" kern="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743915F-1A3F-4D3B-90B3-A82F512DF90D}"/>
                </a:ext>
              </a:extLst>
            </p:cNvPr>
            <p:cNvGrpSpPr/>
            <p:nvPr/>
          </p:nvGrpSpPr>
          <p:grpSpPr>
            <a:xfrm>
              <a:off x="4598931" y="5732163"/>
              <a:ext cx="3067177" cy="954107"/>
              <a:chOff x="3028823" y="5281158"/>
              <a:chExt cx="3067177" cy="954107"/>
            </a:xfrm>
          </p:grpSpPr>
          <p:pic>
            <p:nvPicPr>
              <p:cNvPr id="40" name="Picture 39" descr="Shape&#10;&#10;Description automatically generated with medium confidence">
                <a:extLst>
                  <a:ext uri="{FF2B5EF4-FFF2-40B4-BE49-F238E27FC236}">
                    <a16:creationId xmlns:a16="http://schemas.microsoft.com/office/drawing/2014/main" id="{DBC3E83B-BD1B-4CBF-8501-D0A415C43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28823" y="5297375"/>
                <a:ext cx="457326" cy="379052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62456D-CB6A-4AF4-8D14-12F5602FDF72}"/>
                  </a:ext>
                </a:extLst>
              </p:cNvPr>
              <p:cNvSpPr txBox="1"/>
              <p:nvPr/>
            </p:nvSpPr>
            <p:spPr>
              <a:xfrm>
                <a:off x="3681023" y="5281158"/>
                <a:ext cx="2414977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es-ES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@EnglishMattersE</a:t>
                </a:r>
                <a:br>
                  <a:rPr lang="en-GB" altLang="es-ES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</a:br>
                <a:br>
                  <a:rPr lang="en-GB" altLang="es-ES" kern="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</a:br>
                <a:endParaRPr lang="es-ES" altLang="es-ES" kern="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5E31055-A380-40CC-9C2D-E0FE2D59D127}"/>
                </a:ext>
              </a:extLst>
            </p:cNvPr>
            <p:cNvGrpSpPr/>
            <p:nvPr/>
          </p:nvGrpSpPr>
          <p:grpSpPr>
            <a:xfrm>
              <a:off x="4598931" y="5036848"/>
              <a:ext cx="4257802" cy="467616"/>
              <a:chOff x="3028823" y="4479725"/>
              <a:chExt cx="4257802" cy="467616"/>
            </a:xfrm>
          </p:grpSpPr>
          <p:pic>
            <p:nvPicPr>
              <p:cNvPr id="36" name="Picture 35" descr="Icon&#10;&#10;Description automatically generated">
                <a:extLst>
                  <a:ext uri="{FF2B5EF4-FFF2-40B4-BE49-F238E27FC236}">
                    <a16:creationId xmlns:a16="http://schemas.microsoft.com/office/drawing/2014/main" id="{5AD0721F-4A8F-4272-8DEE-5CFA0A25F2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28823" y="4486506"/>
                <a:ext cx="424606" cy="460835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30B090E-2265-4C61-9575-2FDE69B4C72D}"/>
                  </a:ext>
                </a:extLst>
              </p:cNvPr>
              <p:cNvSpPr txBox="1"/>
              <p:nvPr/>
            </p:nvSpPr>
            <p:spPr>
              <a:xfrm>
                <a:off x="3681023" y="4479725"/>
                <a:ext cx="36056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@english.matters</a:t>
                </a:r>
                <a:endParaRPr lang="en-GB" dirty="0"/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A719F7A-51D3-45DC-90CA-BEC9FE14DE36}"/>
              </a:ext>
            </a:extLst>
          </p:cNvPr>
          <p:cNvSpPr txBox="1"/>
          <p:nvPr/>
        </p:nvSpPr>
        <p:spPr>
          <a:xfrm>
            <a:off x="2516981" y="762387"/>
            <a:ext cx="7158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/>
              <a:t>Gracias : ) </a:t>
            </a:r>
            <a:r>
              <a:rPr lang="es-ES" sz="4800" b="1" dirty="0" err="1"/>
              <a:t>Thank</a:t>
            </a:r>
            <a:r>
              <a:rPr lang="es-ES" sz="4800" b="1" dirty="0"/>
              <a:t> </a:t>
            </a:r>
            <a:r>
              <a:rPr lang="es-ES" sz="4800" b="1" dirty="0" err="1"/>
              <a:t>you</a:t>
            </a:r>
            <a:r>
              <a:rPr lang="es-ES" sz="4800" b="1" dirty="0"/>
              <a:t>!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4254380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</TotalTime>
  <Words>807</Words>
  <Application>Microsoft Office PowerPoint</Application>
  <PresentationFormat>Widescreen</PresentationFormat>
  <Paragraphs>132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Avenir</vt:lpstr>
      <vt:lpstr>Avenir Bold</vt:lpstr>
      <vt:lpstr>Calibri</vt:lpstr>
      <vt:lpstr>Calibri Light</vt:lpstr>
      <vt:lpstr>Canva Sans</vt:lpstr>
      <vt:lpstr>Raleway Bold</vt:lpstr>
      <vt:lpstr>Office Theme</vt:lpstr>
      <vt:lpstr>Custom Design</vt:lpstr>
      <vt:lpstr>1_Office Theme</vt:lpstr>
      <vt:lpstr>PowerPoint Presentation</vt:lpstr>
      <vt:lpstr>A little bit about you…</vt:lpstr>
      <vt:lpstr>Let’s have a date!</vt:lpstr>
      <vt:lpstr>PowerPoint Presentation</vt:lpstr>
      <vt:lpstr>PowerPoint Presentation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Let’s have a date!! </vt:lpstr>
      <vt:lpstr>Freewrite</vt:lpstr>
      <vt:lpstr>PowerPoint Presentation</vt:lpstr>
      <vt:lpstr>21st Century Learning Skills are grouped as follows:</vt:lpstr>
      <vt:lpstr>The four Cs of Learning Skills</vt:lpstr>
      <vt:lpstr>Critical thinking, Collaboration, Creativity, Communication</vt:lpstr>
      <vt:lpstr>The four Cs</vt:lpstr>
      <vt:lpstr>Literacy skills</vt:lpstr>
      <vt:lpstr>Technology and digital literacy</vt:lpstr>
      <vt:lpstr>PowerPoint Presentation</vt:lpstr>
      <vt:lpstr>Life skills</vt:lpstr>
      <vt:lpstr>Flexibility</vt:lpstr>
      <vt:lpstr>Leadership</vt:lpstr>
      <vt:lpstr>Initiative</vt:lpstr>
      <vt:lpstr>Productivity</vt:lpstr>
      <vt:lpstr>Social skills</vt:lpstr>
      <vt:lpstr>More than just theory …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English Matters IT</dc:creator>
  <cp:lastModifiedBy>Megan Watkins</cp:lastModifiedBy>
  <cp:revision>66</cp:revision>
  <dcterms:created xsi:type="dcterms:W3CDTF">2020-02-11T12:36:33Z</dcterms:created>
  <dcterms:modified xsi:type="dcterms:W3CDTF">2026-05-04T18:48:44Z</dcterms:modified>
</cp:coreProperties>
</file>