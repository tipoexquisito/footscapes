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63" r:id="rId5"/>
    <p:sldId id="266" r:id="rId6"/>
    <p:sldId id="261" r:id="rId7"/>
    <p:sldId id="267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21769" y="0"/>
            <a:ext cx="1813862" cy="1813862"/>
          </a:xfrm>
          <a:custGeom>
            <a:avLst/>
            <a:gdLst/>
            <a:ahLst/>
            <a:cxnLst/>
            <a:rect l="l" t="t" r="r" b="b"/>
            <a:pathLst>
              <a:path w="1813862" h="1813862">
                <a:moveTo>
                  <a:pt x="0" y="0"/>
                </a:moveTo>
                <a:lnTo>
                  <a:pt x="1813862" y="0"/>
                </a:lnTo>
                <a:lnTo>
                  <a:pt x="1813862" y="1813862"/>
                </a:lnTo>
                <a:lnTo>
                  <a:pt x="0" y="181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5486400" y="3598164"/>
            <a:ext cx="7315200" cy="3090672"/>
          </a:xfrm>
          <a:custGeom>
            <a:avLst/>
            <a:gdLst/>
            <a:ahLst/>
            <a:cxnLst/>
            <a:rect l="l" t="t" r="r" b="b"/>
            <a:pathLst>
              <a:path w="7315200" h="3090672">
                <a:moveTo>
                  <a:pt x="0" y="0"/>
                </a:moveTo>
                <a:lnTo>
                  <a:pt x="7315200" y="0"/>
                </a:lnTo>
                <a:lnTo>
                  <a:pt x="7315200" y="3090672"/>
                </a:lnTo>
                <a:lnTo>
                  <a:pt x="0" y="30906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109768" y="8221177"/>
            <a:ext cx="645326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walking tour of Madrid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09768" y="8973017"/>
            <a:ext cx="645326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Contexts4Content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2EB78A96-9506-BFA4-08A7-B40BD58111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21769" y="0"/>
            <a:ext cx="1813862" cy="1813862"/>
          </a:xfrm>
          <a:custGeom>
            <a:avLst/>
            <a:gdLst/>
            <a:ahLst/>
            <a:cxnLst/>
            <a:rect l="l" t="t" r="r" b="b"/>
            <a:pathLst>
              <a:path w="1813862" h="1813862">
                <a:moveTo>
                  <a:pt x="0" y="0"/>
                </a:moveTo>
                <a:lnTo>
                  <a:pt x="1813862" y="0"/>
                </a:lnTo>
                <a:lnTo>
                  <a:pt x="1813862" y="1813862"/>
                </a:lnTo>
                <a:lnTo>
                  <a:pt x="0" y="181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882288" y="2134406"/>
            <a:ext cx="6034183" cy="2589143"/>
          </a:xfrm>
          <a:custGeom>
            <a:avLst/>
            <a:gdLst/>
            <a:ahLst/>
            <a:cxnLst/>
            <a:rect l="l" t="t" r="r" b="b"/>
            <a:pathLst>
              <a:path w="6034183" h="2589143">
                <a:moveTo>
                  <a:pt x="0" y="0"/>
                </a:moveTo>
                <a:lnTo>
                  <a:pt x="6034182" y="0"/>
                </a:lnTo>
                <a:lnTo>
                  <a:pt x="6034182" y="2589143"/>
                </a:lnTo>
                <a:lnTo>
                  <a:pt x="0" y="2589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67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581026" y="2281937"/>
            <a:ext cx="2479712" cy="2479712"/>
          </a:xfrm>
          <a:custGeom>
            <a:avLst/>
            <a:gdLst/>
            <a:ahLst/>
            <a:cxnLst/>
            <a:rect l="l" t="t" r="r" b="b"/>
            <a:pathLst>
              <a:path w="2479712" h="2479712">
                <a:moveTo>
                  <a:pt x="0" y="0"/>
                </a:moveTo>
                <a:lnTo>
                  <a:pt x="2479712" y="0"/>
                </a:lnTo>
                <a:lnTo>
                  <a:pt x="2479712" y="2479713"/>
                </a:lnTo>
                <a:lnTo>
                  <a:pt x="0" y="24797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4717012" y="418481"/>
            <a:ext cx="8398918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Seesaw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00" y="1442453"/>
            <a:ext cx="16859863" cy="13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3942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 to your app store and download the Seesaw Learning App</a:t>
            </a:r>
            <a:r>
              <a:rPr lang="en-US" sz="394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ctr">
              <a:lnSpc>
                <a:spcPts val="5520"/>
              </a:lnSpc>
            </a:pPr>
            <a:endParaRPr lang="en-US" sz="3942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96FE9D-D89A-A2AD-DB12-19DDB4F6B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3703" y="4051420"/>
            <a:ext cx="10996964" cy="6235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B9FBC-ADE1-DBC2-066C-B07AA85F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8965F95-675B-D1F7-6389-0D005A0840C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5425B32-0580-DA12-9990-4E6A54230C6B}"/>
              </a:ext>
            </a:extLst>
          </p:cNvPr>
          <p:cNvSpPr/>
          <p:nvPr/>
        </p:nvSpPr>
        <p:spPr>
          <a:xfrm>
            <a:off x="121769" y="0"/>
            <a:ext cx="1813862" cy="1813862"/>
          </a:xfrm>
          <a:custGeom>
            <a:avLst/>
            <a:gdLst/>
            <a:ahLst/>
            <a:cxnLst/>
            <a:rect l="l" t="t" r="r" b="b"/>
            <a:pathLst>
              <a:path w="1813862" h="1813862">
                <a:moveTo>
                  <a:pt x="0" y="0"/>
                </a:moveTo>
                <a:lnTo>
                  <a:pt x="1813862" y="0"/>
                </a:lnTo>
                <a:lnTo>
                  <a:pt x="1813862" y="1813862"/>
                </a:lnTo>
                <a:lnTo>
                  <a:pt x="0" y="181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0511188-C811-B534-EADA-63705DEF2917}"/>
              </a:ext>
            </a:extLst>
          </p:cNvPr>
          <p:cNvSpPr txBox="1"/>
          <p:nvPr/>
        </p:nvSpPr>
        <p:spPr>
          <a:xfrm>
            <a:off x="4527900" y="650875"/>
            <a:ext cx="1000180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3FE53A1-A74D-A905-84B3-2CF42B0CE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716227"/>
              </p:ext>
            </p:extLst>
          </p:nvPr>
        </p:nvGraphicFramePr>
        <p:xfrm>
          <a:off x="3207857" y="2171700"/>
          <a:ext cx="11353800" cy="6746479"/>
        </p:xfrm>
        <a:graphic>
          <a:graphicData uri="http://schemas.openxmlformats.org/drawingml/2006/table">
            <a:tbl>
              <a:tblPr/>
              <a:tblGrid>
                <a:gridCol w="5785195">
                  <a:extLst>
                    <a:ext uri="{9D8B030D-6E8A-4147-A177-3AD203B41FA5}">
                      <a16:colId xmlns:a16="http://schemas.microsoft.com/office/drawing/2014/main" val="16198871"/>
                    </a:ext>
                  </a:extLst>
                </a:gridCol>
                <a:gridCol w="5568605">
                  <a:extLst>
                    <a:ext uri="{9D8B030D-6E8A-4147-A177-3AD203B41FA5}">
                      <a16:colId xmlns:a16="http://schemas.microsoft.com/office/drawing/2014/main" val="3332999576"/>
                    </a:ext>
                  </a:extLst>
                </a:gridCol>
              </a:tblGrid>
              <a:tr h="11593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/>
                        <a:t>Parque del Retiro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/>
                        <a:t>Jardines de Sabatini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7149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Claudia Zelaschi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GB" sz="4000" dirty="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Mara Galasso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GB" sz="4000" dirty="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Julia Costigan-von </a:t>
                      </a:r>
                      <a:r>
                        <a:rPr lang="en-GB" sz="4000" dirty="0" err="1"/>
                        <a:t>Blohn</a:t>
                      </a:r>
                      <a:endParaRPr lang="en-GB" sz="4000" dirty="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GB" sz="4000" dirty="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Luis Filipe Gama Melo</a:t>
                      </a: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Maria Grazia Giribaldi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GB" sz="4000" dirty="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Silvia Dello </a:t>
                      </a:r>
                      <a:r>
                        <a:rPr lang="en-GB" sz="4000" dirty="0" err="1"/>
                        <a:t>Joio</a:t>
                      </a:r>
                      <a:endParaRPr lang="en-GB" sz="4000" dirty="0"/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GB" sz="4000" dirty="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Carsten Gottlieb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GB" sz="4000" dirty="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Mónica Cristina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GB" sz="4000" dirty="0"/>
                        <a:t> Correia Vieira</a:t>
                      </a:r>
                      <a:endParaRPr lang="en-US" sz="40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54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F9F4-D2FE-0DBD-B044-5D3F2F23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98F56F-4CF7-5D0F-7F42-3C97CB944A7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</a:blip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D06C51-6070-5122-7AAF-1E0EDC09DED0}"/>
              </a:ext>
            </a:extLst>
          </p:cNvPr>
          <p:cNvSpPr/>
          <p:nvPr/>
        </p:nvSpPr>
        <p:spPr>
          <a:xfrm>
            <a:off x="121769" y="0"/>
            <a:ext cx="1813862" cy="1813862"/>
          </a:xfrm>
          <a:custGeom>
            <a:avLst/>
            <a:gdLst/>
            <a:ahLst/>
            <a:cxnLst/>
            <a:rect l="l" t="t" r="r" b="b"/>
            <a:pathLst>
              <a:path w="1813862" h="1813862">
                <a:moveTo>
                  <a:pt x="0" y="0"/>
                </a:moveTo>
                <a:lnTo>
                  <a:pt x="1813862" y="0"/>
                </a:lnTo>
                <a:lnTo>
                  <a:pt x="1813862" y="1813862"/>
                </a:lnTo>
                <a:lnTo>
                  <a:pt x="0" y="181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0B287B8-8D9A-C5D3-68D8-1D9FC16414ED}"/>
              </a:ext>
            </a:extLst>
          </p:cNvPr>
          <p:cNvSpPr txBox="1"/>
          <p:nvPr/>
        </p:nvSpPr>
        <p:spPr>
          <a:xfrm>
            <a:off x="533400" y="2140576"/>
            <a:ext cx="16859863" cy="700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3942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Follow your tutor´s instructions for the tour and the tasks provided. </a:t>
            </a:r>
          </a:p>
          <a:p>
            <a:pPr marL="571500" indent="-571500" algn="l">
              <a:lnSpc>
                <a:spcPts val="5520"/>
              </a:lnSpc>
              <a:buFont typeface="Arial" panose="020B0604020202020204" pitchFamily="34" charset="0"/>
              <a:buChar char="•"/>
            </a:pPr>
            <a:endParaRPr lang="en-US" sz="3942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71500" indent="-5715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3942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Please stay with your group!  </a:t>
            </a:r>
          </a:p>
          <a:p>
            <a:pPr marL="571500" indent="-571500" algn="l">
              <a:lnSpc>
                <a:spcPts val="5520"/>
              </a:lnSpc>
              <a:buFont typeface="Arial" panose="020B0604020202020204" pitchFamily="34" charset="0"/>
              <a:buChar char="•"/>
            </a:pPr>
            <a:endParaRPr lang="en-US" sz="3942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71500" indent="-5715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3942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Share your place photos on </a:t>
            </a:r>
            <a:r>
              <a:rPr lang="en-US" sz="3942" b="1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SeeSaw</a:t>
            </a:r>
            <a:r>
              <a:rPr lang="en-US" sz="3942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if you can. </a:t>
            </a:r>
          </a:p>
          <a:p>
            <a:pPr marL="571500" indent="-571500" algn="l">
              <a:lnSpc>
                <a:spcPts val="5520"/>
              </a:lnSpc>
              <a:buFont typeface="Arial" panose="020B0604020202020204" pitchFamily="34" charset="0"/>
              <a:buChar char="•"/>
            </a:pPr>
            <a:endParaRPr lang="en-US" sz="3942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71500" indent="-571500" algn="l">
              <a:lnSpc>
                <a:spcPts val="5520"/>
              </a:lnSpc>
              <a:buFont typeface="Arial" panose="020B0604020202020204" pitchFamily="34" charset="0"/>
              <a:buChar char="•"/>
            </a:pPr>
            <a:r>
              <a:rPr lang="en-US" sz="3942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activity lasts 90 minutes but you are free to stop for a break. The activity ends when you want it to end. </a:t>
            </a:r>
          </a:p>
          <a:p>
            <a:pPr algn="l">
              <a:lnSpc>
                <a:spcPts val="5520"/>
              </a:lnSpc>
            </a:pPr>
            <a:endParaRPr lang="en-US" sz="3942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20"/>
              </a:lnSpc>
            </a:pPr>
            <a:endParaRPr lang="en-US" sz="3942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BC4FD9B-F0C8-00D1-D2D7-796C56AD5F0F}"/>
              </a:ext>
            </a:extLst>
          </p:cNvPr>
          <p:cNvSpPr txBox="1"/>
          <p:nvPr/>
        </p:nvSpPr>
        <p:spPr>
          <a:xfrm>
            <a:off x="4944540" y="701510"/>
            <a:ext cx="8398918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are 2 groups</a:t>
            </a:r>
          </a:p>
        </p:txBody>
      </p:sp>
    </p:spTree>
    <p:extLst>
      <p:ext uri="{BB962C8B-B14F-4D97-AF65-F5344CB8AC3E}">
        <p14:creationId xmlns:p14="http://schemas.microsoft.com/office/powerpoint/2010/main" val="385782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BA1CD-39DB-BD51-80D0-AA0780FBF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A896ADB0-650B-66EE-A9DD-987997C2009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t="-9277" b="-927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17D7936-CFDE-E2CF-1B37-DC171C663AD8}"/>
              </a:ext>
            </a:extLst>
          </p:cNvPr>
          <p:cNvSpPr/>
          <p:nvPr/>
        </p:nvSpPr>
        <p:spPr>
          <a:xfrm>
            <a:off x="121769" y="0"/>
            <a:ext cx="1813862" cy="1813862"/>
          </a:xfrm>
          <a:custGeom>
            <a:avLst/>
            <a:gdLst/>
            <a:ahLst/>
            <a:cxnLst/>
            <a:rect l="l" t="t" r="r" b="b"/>
            <a:pathLst>
              <a:path w="1813862" h="1813862">
                <a:moveTo>
                  <a:pt x="0" y="0"/>
                </a:moveTo>
                <a:lnTo>
                  <a:pt x="1813862" y="0"/>
                </a:lnTo>
                <a:lnTo>
                  <a:pt x="1813862" y="1813862"/>
                </a:lnTo>
                <a:lnTo>
                  <a:pt x="0" y="181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1F31811-3C7C-709D-98D5-C67697AB8272}"/>
              </a:ext>
            </a:extLst>
          </p:cNvPr>
          <p:cNvSpPr txBox="1"/>
          <p:nvPr/>
        </p:nvSpPr>
        <p:spPr>
          <a:xfrm>
            <a:off x="4527900" y="650875"/>
            <a:ext cx="1000180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1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6402BA-9F3E-2F8F-4F18-75D417E012E6}"/>
              </a:ext>
            </a:extLst>
          </p:cNvPr>
          <p:cNvSpPr txBox="1"/>
          <p:nvPr/>
        </p:nvSpPr>
        <p:spPr>
          <a:xfrm>
            <a:off x="6248401" y="2777687"/>
            <a:ext cx="11828604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Starting point: </a:t>
            </a:r>
            <a:r>
              <a:rPr lang="en-US" sz="5199" b="1" dirty="0">
                <a:solidFill>
                  <a:schemeClr val="accent2">
                    <a:lumMod val="50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Plaza Mayor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0E70DA-786E-1715-2ABC-734842670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763" y="5143500"/>
            <a:ext cx="4142857" cy="4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9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9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t="-9277" b="-9277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Freeform 3"/>
          <p:cNvSpPr/>
          <p:nvPr/>
        </p:nvSpPr>
        <p:spPr>
          <a:xfrm>
            <a:off x="121769" y="0"/>
            <a:ext cx="1813862" cy="1813862"/>
          </a:xfrm>
          <a:custGeom>
            <a:avLst/>
            <a:gdLst/>
            <a:ahLst/>
            <a:cxnLst/>
            <a:rect l="l" t="t" r="r" b="b"/>
            <a:pathLst>
              <a:path w="1813862" h="1813862">
                <a:moveTo>
                  <a:pt x="0" y="0"/>
                </a:moveTo>
                <a:lnTo>
                  <a:pt x="1813862" y="0"/>
                </a:lnTo>
                <a:lnTo>
                  <a:pt x="1813862" y="1813862"/>
                </a:lnTo>
                <a:lnTo>
                  <a:pt x="0" y="1813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5014321" y="830731"/>
            <a:ext cx="864217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0660" y="2777687"/>
            <a:ext cx="11807340" cy="181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Starting point: </a:t>
            </a:r>
            <a:r>
              <a:rPr lang="en-US" sz="5199" b="1" dirty="0">
                <a:solidFill>
                  <a:schemeClr val="accent2">
                    <a:lumMod val="50000"/>
                  </a:scheme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Plaza Mayor</a:t>
            </a:r>
          </a:p>
          <a:p>
            <a:pPr algn="l">
              <a:lnSpc>
                <a:spcPts val="7279"/>
              </a:lnSpc>
            </a:pPr>
            <a:endParaRPr lang="en-US" sz="5199" b="1" dirty="0">
              <a:solidFill>
                <a:srgbClr val="00BF63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2EBFD-50D9-7CEC-08BF-85784FFB628E}"/>
              </a:ext>
            </a:extLst>
          </p:cNvPr>
          <p:cNvSpPr txBox="1"/>
          <p:nvPr/>
        </p:nvSpPr>
        <p:spPr>
          <a:xfrm>
            <a:off x="4724400" y="5143500"/>
            <a:ext cx="8932092" cy="266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A25D47-166E-6F1D-A0B7-88DB45F1C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588054"/>
            <a:ext cx="4142857" cy="39523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p&#10;&#10;Description automatically generated">
            <a:extLst>
              <a:ext uri="{FF2B5EF4-FFF2-40B4-BE49-F238E27FC236}">
                <a16:creationId xmlns:a16="http://schemas.microsoft.com/office/drawing/2014/main" id="{FBDA9DD3-8006-6F37-C97C-9084CDF1B9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1" t="28739" r="48509" b="29100"/>
          <a:stretch>
            <a:fillRect/>
          </a:stretch>
        </p:blipFill>
        <p:spPr bwMode="auto">
          <a:xfrm>
            <a:off x="838200" y="671954"/>
            <a:ext cx="15544800" cy="894309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3898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123</Words>
  <Application>Microsoft Office PowerPoint</Application>
  <PresentationFormat>Custom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Madrid Seesaw-Photowalk Challenge</dc:title>
  <dc:creator>Stephanie Kelly - EM</dc:creator>
  <cp:lastModifiedBy>Megan Watkins</cp:lastModifiedBy>
  <cp:revision>7</cp:revision>
  <dcterms:created xsi:type="dcterms:W3CDTF">2006-08-16T00:00:00Z</dcterms:created>
  <dcterms:modified xsi:type="dcterms:W3CDTF">2026-05-04T09:25:57Z</dcterms:modified>
  <dc:identifier>DAGcEHFF8XQ</dc:identifier>
</cp:coreProperties>
</file>